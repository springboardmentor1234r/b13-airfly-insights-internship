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92" r:id="rId5"/>
    <p:sldId id="293" r:id="rId6"/>
    <p:sldId id="299" r:id="rId7"/>
    <p:sldId id="294" r:id="rId8"/>
    <p:sldId id="295" r:id="rId9"/>
    <p:sldId id="300" r:id="rId10"/>
    <p:sldId id="296" r:id="rId11"/>
    <p:sldId id="297" r:id="rId12"/>
    <p:sldId id="298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289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F012DAD-8EAA-4062-886A-87B0E8439C0A}">
          <p14:sldIdLst>
            <p14:sldId id="292"/>
            <p14:sldId id="293"/>
            <p14:sldId id="299"/>
            <p14:sldId id="294"/>
            <p14:sldId id="295"/>
            <p14:sldId id="300"/>
            <p14:sldId id="296"/>
            <p14:sldId id="297"/>
            <p14:sldId id="298"/>
            <p14:sldId id="301"/>
            <p14:sldId id="302"/>
            <p14:sldId id="303"/>
            <p14:sldId id="304"/>
            <p14:sldId id="305"/>
            <p14:sldId id="306"/>
            <p14:sldId id="307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0ED811-CA6B-4EB8-A9C9-D2C8B3EC309D}" v="626" dt="2026-04-05T05:33:48.9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95" d="100"/>
          <a:sy n="95" d="100"/>
        </p:scale>
        <p:origin x="206" y="7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kavi Iyyanar" userId="54bba85da6c82a3f" providerId="LiveId" clId="{BA02AAFE-B553-4814-A7AD-A6133EFFA6B9}"/>
    <pc:docChg chg="undo custSel addSld delSld modSld sldOrd addSection delSection modSection">
      <pc:chgData name="Sankavi Iyyanar" userId="54bba85da6c82a3f" providerId="LiveId" clId="{BA02AAFE-B553-4814-A7AD-A6133EFFA6B9}" dt="2026-04-05T05:33:48.984" v="1463"/>
      <pc:docMkLst>
        <pc:docMk/>
      </pc:docMkLst>
      <pc:sldChg chg="addSp delSp modSp mod">
        <pc:chgData name="Sankavi Iyyanar" userId="54bba85da6c82a3f" providerId="LiveId" clId="{BA02AAFE-B553-4814-A7AD-A6133EFFA6B9}" dt="2026-04-05T05:08:22.835" v="1283" actId="478"/>
        <pc:sldMkLst>
          <pc:docMk/>
          <pc:sldMk cId="529279411" sldId="289"/>
        </pc:sldMkLst>
        <pc:spChg chg="add del mod">
          <ac:chgData name="Sankavi Iyyanar" userId="54bba85da6c82a3f" providerId="LiveId" clId="{BA02AAFE-B553-4814-A7AD-A6133EFFA6B9}" dt="2026-04-05T05:04:09.974" v="1270" actId="931"/>
          <ac:spMkLst>
            <pc:docMk/>
            <pc:sldMk cId="529279411" sldId="289"/>
            <ac:spMk id="3" creationId="{C5310D99-59D6-B979-B63C-57CFCF5C0252}"/>
          </ac:spMkLst>
        </pc:spChg>
        <pc:spChg chg="add del mod">
          <ac:chgData name="Sankavi Iyyanar" userId="54bba85da6c82a3f" providerId="LiveId" clId="{BA02AAFE-B553-4814-A7AD-A6133EFFA6B9}" dt="2026-04-05T05:05:56.588" v="1272"/>
          <ac:spMkLst>
            <pc:docMk/>
            <pc:sldMk cId="529279411" sldId="289"/>
            <ac:spMk id="7" creationId="{EEEFF3A6-A8CC-62B7-E6FB-ECFBCC0B280D}"/>
          </ac:spMkLst>
        </pc:spChg>
        <pc:spChg chg="add del mod">
          <ac:chgData name="Sankavi Iyyanar" userId="54bba85da6c82a3f" providerId="LiveId" clId="{BA02AAFE-B553-4814-A7AD-A6133EFFA6B9}" dt="2026-04-05T05:06:03.646" v="1274" actId="22"/>
          <ac:spMkLst>
            <pc:docMk/>
            <pc:sldMk cId="529279411" sldId="289"/>
            <ac:spMk id="8" creationId="{7B7CB0CC-D753-9B46-8302-4B0D1A65064C}"/>
          </ac:spMkLst>
        </pc:spChg>
        <pc:spChg chg="add del mod">
          <ac:chgData name="Sankavi Iyyanar" userId="54bba85da6c82a3f" providerId="LiveId" clId="{BA02AAFE-B553-4814-A7AD-A6133EFFA6B9}" dt="2026-04-05T05:06:53.410" v="1276" actId="22"/>
          <ac:spMkLst>
            <pc:docMk/>
            <pc:sldMk cId="529279411" sldId="289"/>
            <ac:spMk id="12" creationId="{4F9EDA60-6145-EFD4-8BF2-B2CD91971682}"/>
          </ac:spMkLst>
        </pc:spChg>
        <pc:spChg chg="add del mod">
          <ac:chgData name="Sankavi Iyyanar" userId="54bba85da6c82a3f" providerId="LiveId" clId="{BA02AAFE-B553-4814-A7AD-A6133EFFA6B9}" dt="2026-04-05T05:07:55.237" v="1278" actId="22"/>
          <ac:spMkLst>
            <pc:docMk/>
            <pc:sldMk cId="529279411" sldId="289"/>
            <ac:spMk id="19" creationId="{22423D98-46B3-BA5D-92EB-343AD9558DDD}"/>
          </ac:spMkLst>
        </pc:spChg>
        <pc:spChg chg="del mod">
          <ac:chgData name="Sankavi Iyyanar" userId="54bba85da6c82a3f" providerId="LiveId" clId="{BA02AAFE-B553-4814-A7AD-A6133EFFA6B9}" dt="2026-04-05T05:08:22.835" v="1283" actId="478"/>
          <ac:spMkLst>
            <pc:docMk/>
            <pc:sldMk cId="529279411" sldId="289"/>
            <ac:spMk id="25" creationId="{B993E4D5-4AD0-4740-096D-6822944C8FF6}"/>
          </ac:spMkLst>
        </pc:spChg>
        <pc:picChg chg="add del mod">
          <ac:chgData name="Sankavi Iyyanar" userId="54bba85da6c82a3f" providerId="LiveId" clId="{BA02AAFE-B553-4814-A7AD-A6133EFFA6B9}" dt="2026-04-05T05:06:50.885" v="1275" actId="478"/>
          <ac:picMkLst>
            <pc:docMk/>
            <pc:sldMk cId="529279411" sldId="289"/>
            <ac:picMk id="5" creationId="{FA9CB757-15CC-EB2A-1827-9C7DCE194EA2}"/>
          </ac:picMkLst>
        </pc:picChg>
        <pc:picChg chg="add mod ord">
          <ac:chgData name="Sankavi Iyyanar" userId="54bba85da6c82a3f" providerId="LiveId" clId="{BA02AAFE-B553-4814-A7AD-A6133EFFA6B9}" dt="2026-04-05T05:08:04.737" v="1281" actId="1076"/>
          <ac:picMkLst>
            <pc:docMk/>
            <pc:sldMk cId="529279411" sldId="289"/>
            <ac:picMk id="10" creationId="{719049D3-B4AF-69D8-4330-449D0DA73EC7}"/>
          </ac:picMkLst>
        </pc:picChg>
        <pc:picChg chg="del">
          <ac:chgData name="Sankavi Iyyanar" userId="54bba85da6c82a3f" providerId="LiveId" clId="{BA02AAFE-B553-4814-A7AD-A6133EFFA6B9}" dt="2026-04-05T05:03:38.583" v="1269" actId="478"/>
          <ac:picMkLst>
            <pc:docMk/>
            <pc:sldMk cId="529279411" sldId="289"/>
            <ac:picMk id="14" creationId="{496155F4-61B2-441D-9F16-788866450DA2}"/>
          </ac:picMkLst>
        </pc:picChg>
        <pc:picChg chg="add mod ord">
          <ac:chgData name="Sankavi Iyyanar" userId="54bba85da6c82a3f" providerId="LiveId" clId="{BA02AAFE-B553-4814-A7AD-A6133EFFA6B9}" dt="2026-04-05T05:06:53.410" v="1276" actId="22"/>
          <ac:picMkLst>
            <pc:docMk/>
            <pc:sldMk cId="529279411" sldId="289"/>
            <ac:picMk id="15" creationId="{6B81AA09-D054-7CFC-6A4A-A8BE7CF115BD}"/>
          </ac:picMkLst>
        </pc:picChg>
        <pc:picChg chg="del">
          <ac:chgData name="Sankavi Iyyanar" userId="54bba85da6c82a3f" providerId="LiveId" clId="{BA02AAFE-B553-4814-A7AD-A6133EFFA6B9}" dt="2026-04-05T05:04:17.018" v="1271" actId="478"/>
          <ac:picMkLst>
            <pc:docMk/>
            <pc:sldMk cId="529279411" sldId="289"/>
            <ac:picMk id="16" creationId="{BCD5762E-DD49-42B3-9CA8-46A4AD7193E2}"/>
          </ac:picMkLst>
        </pc:picChg>
        <pc:picChg chg="add mod ord">
          <ac:chgData name="Sankavi Iyyanar" userId="54bba85da6c82a3f" providerId="LiveId" clId="{BA02AAFE-B553-4814-A7AD-A6133EFFA6B9}" dt="2026-04-05T05:07:59.254" v="1279" actId="1076"/>
          <ac:picMkLst>
            <pc:docMk/>
            <pc:sldMk cId="529279411" sldId="289"/>
            <ac:picMk id="21" creationId="{46FBC33B-BD6D-118D-762F-DA512A619A19}"/>
          </ac:picMkLst>
        </pc:picChg>
        <pc:picChg chg="del">
          <ac:chgData name="Sankavi Iyyanar" userId="54bba85da6c82a3f" providerId="LiveId" clId="{BA02AAFE-B553-4814-A7AD-A6133EFFA6B9}" dt="2026-04-05T05:07:01.756" v="1277" actId="478"/>
          <ac:picMkLst>
            <pc:docMk/>
            <pc:sldMk cId="529279411" sldId="289"/>
            <ac:picMk id="28" creationId="{B746A775-E65C-70F6-9DB4-E51F7F2DAECE}"/>
          </ac:picMkLst>
        </pc:picChg>
        <pc:picChg chg="add del mod">
          <ac:chgData name="Sankavi Iyyanar" userId="54bba85da6c82a3f" providerId="LiveId" clId="{BA02AAFE-B553-4814-A7AD-A6133EFFA6B9}" dt="2026-04-05T05:05:59.299" v="1273" actId="21"/>
          <ac:picMkLst>
            <pc:docMk/>
            <pc:sldMk cId="529279411" sldId="289"/>
            <ac:picMk id="10242" creationId="{FD79E8F9-B035-CC6D-7C65-DC4D44AF892B}"/>
          </ac:picMkLst>
        </pc:picChg>
      </pc:sldChg>
      <pc:sldChg chg="addSp delSp modSp mod setBg">
        <pc:chgData name="Sankavi Iyyanar" userId="54bba85da6c82a3f" providerId="LiveId" clId="{BA02AAFE-B553-4814-A7AD-A6133EFFA6B9}" dt="2026-04-05T05:27:57.512" v="1440" actId="1076"/>
        <pc:sldMkLst>
          <pc:docMk/>
          <pc:sldMk cId="3898447929" sldId="292"/>
        </pc:sldMkLst>
        <pc:spChg chg="add del mod">
          <ac:chgData name="Sankavi Iyyanar" userId="54bba85da6c82a3f" providerId="LiveId" clId="{BA02AAFE-B553-4814-A7AD-A6133EFFA6B9}" dt="2026-04-05T05:14:53.249" v="1331" actId="207"/>
          <ac:spMkLst>
            <pc:docMk/>
            <pc:sldMk cId="3898447929" sldId="292"/>
            <ac:spMk id="2" creationId="{FB609373-3764-247F-8E3C-486EFCB2B307}"/>
          </ac:spMkLst>
        </pc:spChg>
        <pc:spChg chg="add del mod">
          <ac:chgData name="Sankavi Iyyanar" userId="54bba85da6c82a3f" providerId="LiveId" clId="{BA02AAFE-B553-4814-A7AD-A6133EFFA6B9}" dt="2026-04-05T02:34:22.939" v="1" actId="478"/>
          <ac:spMkLst>
            <pc:docMk/>
            <pc:sldMk cId="3898447929" sldId="292"/>
            <ac:spMk id="3" creationId="{6C015ED8-992F-6682-E253-365A25BFDEE9}"/>
          </ac:spMkLst>
        </pc:spChg>
        <pc:spChg chg="add mod ord">
          <ac:chgData name="Sankavi Iyyanar" userId="54bba85da6c82a3f" providerId="LiveId" clId="{BA02AAFE-B553-4814-A7AD-A6133EFFA6B9}" dt="2026-04-05T05:13:55.175" v="1327" actId="1076"/>
          <ac:spMkLst>
            <pc:docMk/>
            <pc:sldMk cId="3898447929" sldId="292"/>
            <ac:spMk id="3" creationId="{964FDADC-8A08-0A0E-52B4-59E372EF76C6}"/>
          </ac:spMkLst>
        </pc:spChg>
        <pc:spChg chg="mod">
          <ac:chgData name="Sankavi Iyyanar" userId="54bba85da6c82a3f" providerId="LiveId" clId="{BA02AAFE-B553-4814-A7AD-A6133EFFA6B9}" dt="2026-04-05T05:27:57.512" v="1440" actId="1076"/>
          <ac:spMkLst>
            <pc:docMk/>
            <pc:sldMk cId="3898447929" sldId="292"/>
            <ac:spMk id="7" creationId="{93A3B864-5E85-99D2-93E5-5CA1F4F35DC7}"/>
          </ac:spMkLst>
        </pc:spChg>
        <pc:spChg chg="del mod">
          <ac:chgData name="Sankavi Iyyanar" userId="54bba85da6c82a3f" providerId="LiveId" clId="{BA02AAFE-B553-4814-A7AD-A6133EFFA6B9}" dt="2026-04-05T05:13:45.241" v="1326" actId="478"/>
          <ac:spMkLst>
            <pc:docMk/>
            <pc:sldMk cId="3898447929" sldId="292"/>
            <ac:spMk id="9" creationId="{485E0237-B9A1-0B58-E0AA-05EF84817EB4}"/>
          </ac:spMkLst>
        </pc:spChg>
        <pc:spChg chg="del">
          <ac:chgData name="Sankavi Iyyanar" userId="54bba85da6c82a3f" providerId="LiveId" clId="{BA02AAFE-B553-4814-A7AD-A6133EFFA6B9}" dt="2026-04-05T04:51:41.569" v="1136" actId="21"/>
          <ac:spMkLst>
            <pc:docMk/>
            <pc:sldMk cId="3898447929" sldId="292"/>
            <ac:spMk id="10" creationId="{01A79B69-242C-3AEB-4A42-7A606A54C63A}"/>
          </ac:spMkLst>
        </pc:spChg>
        <pc:spChg chg="del mod">
          <ac:chgData name="Sankavi Iyyanar" userId="54bba85da6c82a3f" providerId="LiveId" clId="{BA02AAFE-B553-4814-A7AD-A6133EFFA6B9}" dt="2026-04-05T04:49:45.267" v="1121" actId="21"/>
          <ac:spMkLst>
            <pc:docMk/>
            <pc:sldMk cId="3898447929" sldId="292"/>
            <ac:spMk id="14" creationId="{E5D4DE6D-89C8-6FFF-287D-3F3BAD416CA1}"/>
          </ac:spMkLst>
        </pc:spChg>
        <pc:picChg chg="del">
          <ac:chgData name="Sankavi Iyyanar" userId="54bba85da6c82a3f" providerId="LiveId" clId="{BA02AAFE-B553-4814-A7AD-A6133EFFA6B9}" dt="2026-04-05T02:34:19.359" v="0" actId="478"/>
          <ac:picMkLst>
            <pc:docMk/>
            <pc:sldMk cId="3898447929" sldId="292"/>
            <ac:picMk id="30" creationId="{18C88B4D-F554-49C2-A23C-DFE94D4C835B}"/>
          </ac:picMkLst>
        </pc:picChg>
      </pc:sldChg>
      <pc:sldChg chg="addSp delSp modSp mod">
        <pc:chgData name="Sankavi Iyyanar" userId="54bba85da6c82a3f" providerId="LiveId" clId="{BA02AAFE-B553-4814-A7AD-A6133EFFA6B9}" dt="2026-04-05T05:17:53.451" v="1332" actId="478"/>
        <pc:sldMkLst>
          <pc:docMk/>
          <pc:sldMk cId="4130261997" sldId="293"/>
        </pc:sldMkLst>
        <pc:spChg chg="del">
          <ac:chgData name="Sankavi Iyyanar" userId="54bba85da6c82a3f" providerId="LiveId" clId="{BA02AAFE-B553-4814-A7AD-A6133EFFA6B9}" dt="2026-04-05T05:17:53.451" v="1332" actId="478"/>
          <ac:spMkLst>
            <pc:docMk/>
            <pc:sldMk cId="4130261997" sldId="293"/>
            <ac:spMk id="8" creationId="{5C69997B-51CB-3AD0-504A-47D8B9ED0052}"/>
          </ac:spMkLst>
        </pc:spChg>
        <pc:spChg chg="mod">
          <ac:chgData name="Sankavi Iyyanar" userId="54bba85da6c82a3f" providerId="LiveId" clId="{BA02AAFE-B553-4814-A7AD-A6133EFFA6B9}" dt="2026-04-05T02:40:13.185" v="65" actId="14100"/>
          <ac:spMkLst>
            <pc:docMk/>
            <pc:sldMk cId="4130261997" sldId="293"/>
            <ac:spMk id="14" creationId="{D742428C-05EA-98E2-2B77-B32D8BF8DD56}"/>
          </ac:spMkLst>
        </pc:spChg>
        <pc:picChg chg="add mod">
          <ac:chgData name="Sankavi Iyyanar" userId="54bba85da6c82a3f" providerId="LiveId" clId="{BA02AAFE-B553-4814-A7AD-A6133EFFA6B9}" dt="2026-04-05T02:40:30.369" v="68" actId="1076"/>
          <ac:picMkLst>
            <pc:docMk/>
            <pc:sldMk cId="4130261997" sldId="293"/>
            <ac:picMk id="3" creationId="{2E438CF4-048D-E98C-A21F-8AC2EC9424AA}"/>
          </ac:picMkLst>
        </pc:picChg>
      </pc:sldChg>
      <pc:sldChg chg="addSp delSp modSp mod setBg">
        <pc:chgData name="Sankavi Iyyanar" userId="54bba85da6c82a3f" providerId="LiveId" clId="{BA02AAFE-B553-4814-A7AD-A6133EFFA6B9}" dt="2026-04-05T05:18:00.301" v="1334" actId="478"/>
        <pc:sldMkLst>
          <pc:docMk/>
          <pc:sldMk cId="222266142" sldId="294"/>
        </pc:sldMkLst>
        <pc:spChg chg="add del mod">
          <ac:chgData name="Sankavi Iyyanar" userId="54bba85da6c82a3f" providerId="LiveId" clId="{BA02AAFE-B553-4814-A7AD-A6133EFFA6B9}" dt="2026-04-05T04:49:32.255" v="1120" actId="478"/>
          <ac:spMkLst>
            <pc:docMk/>
            <pc:sldMk cId="222266142" sldId="294"/>
            <ac:spMk id="3" creationId="{DD4E87FD-D562-0058-4D9C-7EC7601ABB99}"/>
          </ac:spMkLst>
        </pc:spChg>
        <pc:spChg chg="add del mod">
          <ac:chgData name="Sankavi Iyyanar" userId="54bba85da6c82a3f" providerId="LiveId" clId="{BA02AAFE-B553-4814-A7AD-A6133EFFA6B9}" dt="2026-04-05T04:49:05.193" v="1119" actId="478"/>
          <ac:spMkLst>
            <pc:docMk/>
            <pc:sldMk cId="222266142" sldId="294"/>
            <ac:spMk id="7" creationId="{FEB3DDD9-347B-CE46-565A-F7EB202CF458}"/>
          </ac:spMkLst>
        </pc:spChg>
        <pc:spChg chg="del">
          <ac:chgData name="Sankavi Iyyanar" userId="54bba85da6c82a3f" providerId="LiveId" clId="{BA02AAFE-B553-4814-A7AD-A6133EFFA6B9}" dt="2026-04-05T05:18:00.301" v="1334" actId="478"/>
          <ac:spMkLst>
            <pc:docMk/>
            <pc:sldMk cId="222266142" sldId="294"/>
            <ac:spMk id="8" creationId="{BE5D9B50-6DC5-171C-9F3E-21623C90CC71}"/>
          </ac:spMkLst>
        </pc:spChg>
        <pc:spChg chg="del mod">
          <ac:chgData name="Sankavi Iyyanar" userId="54bba85da6c82a3f" providerId="LiveId" clId="{BA02AAFE-B553-4814-A7AD-A6133EFFA6B9}" dt="2026-04-05T04:48:59.265" v="1118" actId="478"/>
          <ac:spMkLst>
            <pc:docMk/>
            <pc:sldMk cId="222266142" sldId="294"/>
            <ac:spMk id="10" creationId="{B34353FF-A31F-FC63-FA9E-7541EB1ACFEA}"/>
          </ac:spMkLst>
        </pc:spChg>
        <pc:spChg chg="del">
          <ac:chgData name="Sankavi Iyyanar" userId="54bba85da6c82a3f" providerId="LiveId" clId="{BA02AAFE-B553-4814-A7AD-A6133EFFA6B9}" dt="2026-04-05T02:49:50.802" v="170" actId="478"/>
          <ac:spMkLst>
            <pc:docMk/>
            <pc:sldMk cId="222266142" sldId="294"/>
            <ac:spMk id="11" creationId="{EF322785-5180-FEAC-A346-C1387EA69E03}"/>
          </ac:spMkLst>
        </pc:spChg>
        <pc:picChg chg="add del mod">
          <ac:chgData name="Sankavi Iyyanar" userId="54bba85da6c82a3f" providerId="LiveId" clId="{BA02AAFE-B553-4814-A7AD-A6133EFFA6B9}" dt="2026-04-05T04:48:40.900" v="1102" actId="21"/>
          <ac:picMkLst>
            <pc:docMk/>
            <pc:sldMk cId="222266142" sldId="294"/>
            <ac:picMk id="5" creationId="{3BE0D362-9E35-F18D-2B2F-5272405A333F}"/>
          </ac:picMkLst>
        </pc:picChg>
      </pc:sldChg>
      <pc:sldChg chg="addSp delSp modSp mod">
        <pc:chgData name="Sankavi Iyyanar" userId="54bba85da6c82a3f" providerId="LiveId" clId="{BA02AAFE-B553-4814-A7AD-A6133EFFA6B9}" dt="2026-04-05T05:18:03.686" v="1335" actId="478"/>
        <pc:sldMkLst>
          <pc:docMk/>
          <pc:sldMk cId="840250601" sldId="295"/>
        </pc:sldMkLst>
        <pc:spChg chg="add del mod">
          <ac:chgData name="Sankavi Iyyanar" userId="54bba85da6c82a3f" providerId="LiveId" clId="{BA02AAFE-B553-4814-A7AD-A6133EFFA6B9}" dt="2026-04-05T02:53:10.033" v="190" actId="478"/>
          <ac:spMkLst>
            <pc:docMk/>
            <pc:sldMk cId="840250601" sldId="295"/>
            <ac:spMk id="2" creationId="{7F8FEAB9-61AC-8096-B68A-30F74B94A781}"/>
          </ac:spMkLst>
        </pc:spChg>
        <pc:spChg chg="add mod">
          <ac:chgData name="Sankavi Iyyanar" userId="54bba85da6c82a3f" providerId="LiveId" clId="{BA02AAFE-B553-4814-A7AD-A6133EFFA6B9}" dt="2026-04-05T02:56:05.308" v="207" actId="1076"/>
          <ac:spMkLst>
            <pc:docMk/>
            <pc:sldMk cId="840250601" sldId="295"/>
            <ac:spMk id="4" creationId="{67E24B4D-CC23-2883-C608-F14D11014C0A}"/>
          </ac:spMkLst>
        </pc:spChg>
        <pc:spChg chg="add mod ord">
          <ac:chgData name="Sankavi Iyyanar" userId="54bba85da6c82a3f" providerId="LiveId" clId="{BA02AAFE-B553-4814-A7AD-A6133EFFA6B9}" dt="2026-04-05T04:51:23.326" v="1135" actId="1076"/>
          <ac:spMkLst>
            <pc:docMk/>
            <pc:sldMk cId="840250601" sldId="295"/>
            <ac:spMk id="7" creationId="{8E667B6C-94ED-4BB3-866C-612763456150}"/>
          </ac:spMkLst>
        </pc:spChg>
        <pc:spChg chg="del">
          <ac:chgData name="Sankavi Iyyanar" userId="54bba85da6c82a3f" providerId="LiveId" clId="{BA02AAFE-B553-4814-A7AD-A6133EFFA6B9}" dt="2026-04-05T05:18:03.686" v="1335" actId="478"/>
          <ac:spMkLst>
            <pc:docMk/>
            <pc:sldMk cId="840250601" sldId="295"/>
            <ac:spMk id="8" creationId="{A161B668-871C-5E47-8767-ADF7B48FA144}"/>
          </ac:spMkLst>
        </pc:spChg>
        <pc:spChg chg="mod">
          <ac:chgData name="Sankavi Iyyanar" userId="54bba85da6c82a3f" providerId="LiveId" clId="{BA02AAFE-B553-4814-A7AD-A6133EFFA6B9}" dt="2026-04-05T02:56:08.901" v="208" actId="1076"/>
          <ac:spMkLst>
            <pc:docMk/>
            <pc:sldMk cId="840250601" sldId="295"/>
            <ac:spMk id="10" creationId="{CB1F0BAF-57A8-4949-3789-708A9C9D2BD1}"/>
          </ac:spMkLst>
        </pc:spChg>
        <pc:spChg chg="del">
          <ac:chgData name="Sankavi Iyyanar" userId="54bba85da6c82a3f" providerId="LiveId" clId="{BA02AAFE-B553-4814-A7AD-A6133EFFA6B9}" dt="2026-04-05T02:53:12.521" v="191" actId="478"/>
          <ac:spMkLst>
            <pc:docMk/>
            <pc:sldMk cId="840250601" sldId="295"/>
            <ac:spMk id="11" creationId="{696C4C25-AC4C-AF30-8EE1-EC4B4964F979}"/>
          </ac:spMkLst>
        </pc:spChg>
        <pc:spChg chg="add mod">
          <ac:chgData name="Sankavi Iyyanar" userId="54bba85da6c82a3f" providerId="LiveId" clId="{BA02AAFE-B553-4814-A7AD-A6133EFFA6B9}" dt="2026-04-05T04:50:00.435" v="1123" actId="1076"/>
          <ac:spMkLst>
            <pc:docMk/>
            <pc:sldMk cId="840250601" sldId="295"/>
            <ac:spMk id="14" creationId="{E5D4DE6D-89C8-6FFF-287D-3F3BAD416CA1}"/>
          </ac:spMkLst>
        </pc:spChg>
        <pc:picChg chg="add mod">
          <ac:chgData name="Sankavi Iyyanar" userId="54bba85da6c82a3f" providerId="LiveId" clId="{BA02AAFE-B553-4814-A7AD-A6133EFFA6B9}" dt="2026-04-05T02:56:23.057" v="210" actId="1076"/>
          <ac:picMkLst>
            <pc:docMk/>
            <pc:sldMk cId="840250601" sldId="295"/>
            <ac:picMk id="6" creationId="{25C1DDB1-C496-604D-1AEC-DF793D211FCA}"/>
          </ac:picMkLst>
        </pc:picChg>
      </pc:sldChg>
      <pc:sldChg chg="addSp delSp modSp mod">
        <pc:chgData name="Sankavi Iyyanar" userId="54bba85da6c82a3f" providerId="LiveId" clId="{BA02AAFE-B553-4814-A7AD-A6133EFFA6B9}" dt="2026-04-05T05:18:10.192" v="1337" actId="478"/>
        <pc:sldMkLst>
          <pc:docMk/>
          <pc:sldMk cId="5016474" sldId="296"/>
        </pc:sldMkLst>
        <pc:spChg chg="add mod">
          <ac:chgData name="Sankavi Iyyanar" userId="54bba85da6c82a3f" providerId="LiveId" clId="{BA02AAFE-B553-4814-A7AD-A6133EFFA6B9}" dt="2026-04-05T03:08:54.683" v="409" actId="20577"/>
          <ac:spMkLst>
            <pc:docMk/>
            <pc:sldMk cId="5016474" sldId="296"/>
            <ac:spMk id="3" creationId="{6A56B3B6-4204-DC45-4B5F-82CB0FAFC983}"/>
          </ac:spMkLst>
        </pc:spChg>
        <pc:spChg chg="add mod">
          <ac:chgData name="Sankavi Iyyanar" userId="54bba85da6c82a3f" providerId="LiveId" clId="{BA02AAFE-B553-4814-A7AD-A6133EFFA6B9}" dt="2026-04-05T04:52:11.139" v="1145" actId="1076"/>
          <ac:spMkLst>
            <pc:docMk/>
            <pc:sldMk cId="5016474" sldId="296"/>
            <ac:spMk id="6" creationId="{01A79B69-242C-3AEB-4A42-7A606A54C63A}"/>
          </ac:spMkLst>
        </pc:spChg>
        <pc:spChg chg="add mod">
          <ac:chgData name="Sankavi Iyyanar" userId="54bba85da6c82a3f" providerId="LiveId" clId="{BA02AAFE-B553-4814-A7AD-A6133EFFA6B9}" dt="2026-04-05T04:52:21.076" v="1147" actId="1076"/>
          <ac:spMkLst>
            <pc:docMk/>
            <pc:sldMk cId="5016474" sldId="296"/>
            <ac:spMk id="7" creationId="{8786DE2F-6D02-8310-F31F-A879EA641EF4}"/>
          </ac:spMkLst>
        </pc:spChg>
        <pc:spChg chg="del">
          <ac:chgData name="Sankavi Iyyanar" userId="54bba85da6c82a3f" providerId="LiveId" clId="{BA02AAFE-B553-4814-A7AD-A6133EFFA6B9}" dt="2026-04-05T05:18:10.192" v="1337" actId="478"/>
          <ac:spMkLst>
            <pc:docMk/>
            <pc:sldMk cId="5016474" sldId="296"/>
            <ac:spMk id="8" creationId="{1A1D1FB8-8A6C-466C-AC65-6E6F54F66D72}"/>
          </ac:spMkLst>
        </pc:spChg>
        <pc:spChg chg="mod">
          <ac:chgData name="Sankavi Iyyanar" userId="54bba85da6c82a3f" providerId="LiveId" clId="{BA02AAFE-B553-4814-A7AD-A6133EFFA6B9}" dt="2026-04-05T03:07:17.030" v="397"/>
          <ac:spMkLst>
            <pc:docMk/>
            <pc:sldMk cId="5016474" sldId="296"/>
            <ac:spMk id="10" creationId="{8BA82076-0563-AA26-3F4C-9CB1C8AC2E89}"/>
          </ac:spMkLst>
        </pc:spChg>
        <pc:spChg chg="del">
          <ac:chgData name="Sankavi Iyyanar" userId="54bba85da6c82a3f" providerId="LiveId" clId="{BA02AAFE-B553-4814-A7AD-A6133EFFA6B9}" dt="2026-04-05T03:07:27.891" v="398" actId="478"/>
          <ac:spMkLst>
            <pc:docMk/>
            <pc:sldMk cId="5016474" sldId="296"/>
            <ac:spMk id="11" creationId="{C4012B12-51D3-9822-AF12-037CD402C24F}"/>
          </ac:spMkLst>
        </pc:spChg>
        <pc:picChg chg="add mod">
          <ac:chgData name="Sankavi Iyyanar" userId="54bba85da6c82a3f" providerId="LiveId" clId="{BA02AAFE-B553-4814-A7AD-A6133EFFA6B9}" dt="2026-04-05T04:51:49.400" v="1139" actId="1076"/>
          <ac:picMkLst>
            <pc:docMk/>
            <pc:sldMk cId="5016474" sldId="296"/>
            <ac:picMk id="5" creationId="{3E20F401-18CC-FBB6-5A78-183566027A6B}"/>
          </ac:picMkLst>
        </pc:picChg>
      </pc:sldChg>
      <pc:sldChg chg="addSp delSp modSp mod">
        <pc:chgData name="Sankavi Iyyanar" userId="54bba85da6c82a3f" providerId="LiveId" clId="{BA02AAFE-B553-4814-A7AD-A6133EFFA6B9}" dt="2026-04-05T05:18:13.190" v="1338" actId="478"/>
        <pc:sldMkLst>
          <pc:docMk/>
          <pc:sldMk cId="3909828455" sldId="297"/>
        </pc:sldMkLst>
        <pc:spChg chg="add mod">
          <ac:chgData name="Sankavi Iyyanar" userId="54bba85da6c82a3f" providerId="LiveId" clId="{BA02AAFE-B553-4814-A7AD-A6133EFFA6B9}" dt="2026-04-05T03:20:18.466" v="485" actId="20577"/>
          <ac:spMkLst>
            <pc:docMk/>
            <pc:sldMk cId="3909828455" sldId="297"/>
            <ac:spMk id="3" creationId="{0FA4074B-3A8A-420D-325E-0E78CC625E9C}"/>
          </ac:spMkLst>
        </pc:spChg>
        <pc:spChg chg="del">
          <ac:chgData name="Sankavi Iyyanar" userId="54bba85da6c82a3f" providerId="LiveId" clId="{BA02AAFE-B553-4814-A7AD-A6133EFFA6B9}" dt="2026-04-05T05:18:13.190" v="1338" actId="478"/>
          <ac:spMkLst>
            <pc:docMk/>
            <pc:sldMk cId="3909828455" sldId="297"/>
            <ac:spMk id="8" creationId="{B8C1B38B-54D9-BF05-9B37-91605DB08D2D}"/>
          </ac:spMkLst>
        </pc:spChg>
        <pc:spChg chg="mod">
          <ac:chgData name="Sankavi Iyyanar" userId="54bba85da6c82a3f" providerId="LiveId" clId="{BA02AAFE-B553-4814-A7AD-A6133EFFA6B9}" dt="2026-04-05T03:09:35.776" v="410"/>
          <ac:spMkLst>
            <pc:docMk/>
            <pc:sldMk cId="3909828455" sldId="297"/>
            <ac:spMk id="10" creationId="{1AC4D8B2-AB3F-DBDD-F5CA-F5DAEADC21FB}"/>
          </ac:spMkLst>
        </pc:spChg>
        <pc:spChg chg="del">
          <ac:chgData name="Sankavi Iyyanar" userId="54bba85da6c82a3f" providerId="LiveId" clId="{BA02AAFE-B553-4814-A7AD-A6133EFFA6B9}" dt="2026-04-05T03:09:39.852" v="411" actId="478"/>
          <ac:spMkLst>
            <pc:docMk/>
            <pc:sldMk cId="3909828455" sldId="297"/>
            <ac:spMk id="11" creationId="{39AF78F3-F627-D54A-6EF0-66A3ED711BCB}"/>
          </ac:spMkLst>
        </pc:spChg>
        <pc:spChg chg="add mod ord">
          <ac:chgData name="Sankavi Iyyanar" userId="54bba85da6c82a3f" providerId="LiveId" clId="{BA02AAFE-B553-4814-A7AD-A6133EFFA6B9}" dt="2026-04-05T04:54:35.494" v="1174" actId="1076"/>
          <ac:spMkLst>
            <pc:docMk/>
            <pc:sldMk cId="3909828455" sldId="297"/>
            <ac:spMk id="12" creationId="{A4E7E5EF-70F1-6865-0AAE-9D0A74A5DE4B}"/>
          </ac:spMkLst>
        </pc:spChg>
        <pc:spChg chg="add mod ord">
          <ac:chgData name="Sankavi Iyyanar" userId="54bba85da6c82a3f" providerId="LiveId" clId="{BA02AAFE-B553-4814-A7AD-A6133EFFA6B9}" dt="2026-04-05T04:54:33.672" v="1173" actId="1076"/>
          <ac:spMkLst>
            <pc:docMk/>
            <pc:sldMk cId="3909828455" sldId="297"/>
            <ac:spMk id="13" creationId="{3DFF0AFA-E8F5-4173-F43A-DB5222DAFF74}"/>
          </ac:spMkLst>
        </pc:spChg>
        <pc:picChg chg="add del mod">
          <ac:chgData name="Sankavi Iyyanar" userId="54bba85da6c82a3f" providerId="LiveId" clId="{BA02AAFE-B553-4814-A7AD-A6133EFFA6B9}" dt="2026-04-05T03:19:34.642" v="454" actId="478"/>
          <ac:picMkLst>
            <pc:docMk/>
            <pc:sldMk cId="3909828455" sldId="297"/>
            <ac:picMk id="5" creationId="{C12E1F91-CDA1-B71A-8769-694146024DBF}"/>
          </ac:picMkLst>
        </pc:picChg>
        <pc:picChg chg="add mod">
          <ac:chgData name="Sankavi Iyyanar" userId="54bba85da6c82a3f" providerId="LiveId" clId="{BA02AAFE-B553-4814-A7AD-A6133EFFA6B9}" dt="2026-04-05T03:19:37.873" v="456" actId="1076"/>
          <ac:picMkLst>
            <pc:docMk/>
            <pc:sldMk cId="3909828455" sldId="297"/>
            <ac:picMk id="7" creationId="{411F6285-36FA-26B9-45E6-19F3EC503970}"/>
          </ac:picMkLst>
        </pc:picChg>
      </pc:sldChg>
      <pc:sldChg chg="addSp delSp modSp mod setBg">
        <pc:chgData name="Sankavi Iyyanar" userId="54bba85da6c82a3f" providerId="LiveId" clId="{BA02AAFE-B553-4814-A7AD-A6133EFFA6B9}" dt="2026-04-05T05:18:15.808" v="1339" actId="478"/>
        <pc:sldMkLst>
          <pc:docMk/>
          <pc:sldMk cId="2675385744" sldId="298"/>
        </pc:sldMkLst>
        <pc:spChg chg="add">
          <ac:chgData name="Sankavi Iyyanar" userId="54bba85da6c82a3f" providerId="LiveId" clId="{BA02AAFE-B553-4814-A7AD-A6133EFFA6B9}" dt="2026-04-05T03:56:46.582" v="488"/>
          <ac:spMkLst>
            <pc:docMk/>
            <pc:sldMk cId="2675385744" sldId="298"/>
            <ac:spMk id="2" creationId="{FD7B57CD-A254-04E9-F0D6-5B84F1630385}"/>
          </ac:spMkLst>
        </pc:spChg>
        <pc:spChg chg="add del">
          <ac:chgData name="Sankavi Iyyanar" userId="54bba85da6c82a3f" providerId="LiveId" clId="{BA02AAFE-B553-4814-A7AD-A6133EFFA6B9}" dt="2026-04-05T03:56:56.831" v="490" actId="21"/>
          <ac:spMkLst>
            <pc:docMk/>
            <pc:sldMk cId="2675385744" sldId="298"/>
            <ac:spMk id="3" creationId="{92773D00-F7E8-EBC0-2D00-A91000CDA3A0}"/>
          </ac:spMkLst>
        </pc:spChg>
        <pc:spChg chg="del">
          <ac:chgData name="Sankavi Iyyanar" userId="54bba85da6c82a3f" providerId="LiveId" clId="{BA02AAFE-B553-4814-A7AD-A6133EFFA6B9}" dt="2026-04-05T05:18:15.808" v="1339" actId="478"/>
          <ac:spMkLst>
            <pc:docMk/>
            <pc:sldMk cId="2675385744" sldId="298"/>
            <ac:spMk id="8" creationId="{95CC6DE0-E451-8F66-01DA-0964C88A18E7}"/>
          </ac:spMkLst>
        </pc:spChg>
        <pc:spChg chg="mod">
          <ac:chgData name="Sankavi Iyyanar" userId="54bba85da6c82a3f" providerId="LiveId" clId="{BA02AAFE-B553-4814-A7AD-A6133EFFA6B9}" dt="2026-04-05T04:00:14.663" v="521" actId="1076"/>
          <ac:spMkLst>
            <pc:docMk/>
            <pc:sldMk cId="2675385744" sldId="298"/>
            <ac:spMk id="10" creationId="{38147F26-990B-6049-63D0-88CC0FFC384A}"/>
          </ac:spMkLst>
        </pc:spChg>
        <pc:spChg chg="del">
          <ac:chgData name="Sankavi Iyyanar" userId="54bba85da6c82a3f" providerId="LiveId" clId="{BA02AAFE-B553-4814-A7AD-A6133EFFA6B9}" dt="2026-04-05T03:20:37.438" v="486" actId="478"/>
          <ac:spMkLst>
            <pc:docMk/>
            <pc:sldMk cId="2675385744" sldId="298"/>
            <ac:spMk id="11" creationId="{F4F2D067-49A2-90B9-8C5D-90CCFE894E59}"/>
          </ac:spMkLst>
        </pc:spChg>
        <pc:spChg chg="add del mod">
          <ac:chgData name="Sankavi Iyyanar" userId="54bba85da6c82a3f" providerId="LiveId" clId="{BA02AAFE-B553-4814-A7AD-A6133EFFA6B9}" dt="2026-04-05T03:59:33.597" v="511"/>
          <ac:spMkLst>
            <pc:docMk/>
            <pc:sldMk cId="2675385744" sldId="298"/>
            <ac:spMk id="13" creationId="{2092C847-B144-6B5D-B6B3-BBAD748F1F2F}"/>
          </ac:spMkLst>
        </pc:spChg>
        <pc:spChg chg="add mod">
          <ac:chgData name="Sankavi Iyyanar" userId="54bba85da6c82a3f" providerId="LiveId" clId="{BA02AAFE-B553-4814-A7AD-A6133EFFA6B9}" dt="2026-04-05T04:00:19.996" v="524" actId="20577"/>
          <ac:spMkLst>
            <pc:docMk/>
            <pc:sldMk cId="2675385744" sldId="298"/>
            <ac:spMk id="15" creationId="{D11C2EB3-F522-AFF8-A080-FDCA027B30CF}"/>
          </ac:spMkLst>
        </pc:spChg>
        <pc:picChg chg="add del mod">
          <ac:chgData name="Sankavi Iyyanar" userId="54bba85da6c82a3f" providerId="LiveId" clId="{BA02AAFE-B553-4814-A7AD-A6133EFFA6B9}" dt="2026-04-05T03:58:20.741" v="500" actId="21"/>
          <ac:picMkLst>
            <pc:docMk/>
            <pc:sldMk cId="2675385744" sldId="298"/>
            <ac:picMk id="5" creationId="{56413CB6-7807-6BC6-0A6F-0CF363494BAA}"/>
          </ac:picMkLst>
        </pc:picChg>
        <pc:picChg chg="add mod">
          <ac:chgData name="Sankavi Iyyanar" userId="54bba85da6c82a3f" providerId="LiveId" clId="{BA02AAFE-B553-4814-A7AD-A6133EFFA6B9}" dt="2026-04-05T04:00:11.377" v="520" actId="14100"/>
          <ac:picMkLst>
            <pc:docMk/>
            <pc:sldMk cId="2675385744" sldId="298"/>
            <ac:picMk id="7" creationId="{32CA9F38-CFAE-FA4B-37D8-EA220D2C81DB}"/>
          </ac:picMkLst>
        </pc:picChg>
        <pc:picChg chg="add del mod">
          <ac:chgData name="Sankavi Iyyanar" userId="54bba85da6c82a3f" providerId="LiveId" clId="{BA02AAFE-B553-4814-A7AD-A6133EFFA6B9}" dt="2026-04-05T03:58:30.236" v="503" actId="21"/>
          <ac:picMkLst>
            <pc:docMk/>
            <pc:sldMk cId="2675385744" sldId="298"/>
            <ac:picMk id="12" creationId="{56413CB6-7807-6BC6-0A6F-0CF363494BAA}"/>
          </ac:picMkLst>
        </pc:picChg>
      </pc:sldChg>
      <pc:sldChg chg="addSp delSp modSp mod">
        <pc:chgData name="Sankavi Iyyanar" userId="54bba85da6c82a3f" providerId="LiveId" clId="{BA02AAFE-B553-4814-A7AD-A6133EFFA6B9}" dt="2026-04-05T05:32:24.869" v="1459" actId="1076"/>
        <pc:sldMkLst>
          <pc:docMk/>
          <pc:sldMk cId="1500824965" sldId="299"/>
        </pc:sldMkLst>
        <pc:spChg chg="add del mod">
          <ac:chgData name="Sankavi Iyyanar" userId="54bba85da6c82a3f" providerId="LiveId" clId="{BA02AAFE-B553-4814-A7AD-A6133EFFA6B9}" dt="2026-04-05T02:43:04.950" v="96"/>
          <ac:spMkLst>
            <pc:docMk/>
            <pc:sldMk cId="1500824965" sldId="299"/>
            <ac:spMk id="2" creationId="{446C7C8A-5783-1745-74C3-2FCF09B8613A}"/>
          </ac:spMkLst>
        </pc:spChg>
        <pc:spChg chg="mod">
          <ac:chgData name="Sankavi Iyyanar" userId="54bba85da6c82a3f" providerId="LiveId" clId="{BA02AAFE-B553-4814-A7AD-A6133EFFA6B9}" dt="2026-04-05T05:32:24.869" v="1459" actId="1076"/>
          <ac:spMkLst>
            <pc:docMk/>
            <pc:sldMk cId="1500824965" sldId="299"/>
            <ac:spMk id="3" creationId="{B51BACE9-2C90-BB52-879E-EE8834B5845C}"/>
          </ac:spMkLst>
        </pc:spChg>
        <pc:spChg chg="mod">
          <ac:chgData name="Sankavi Iyyanar" userId="54bba85da6c82a3f" providerId="LiveId" clId="{BA02AAFE-B553-4814-A7AD-A6133EFFA6B9}" dt="2026-04-05T05:32:21.942" v="1458" actId="1076"/>
          <ac:spMkLst>
            <pc:docMk/>
            <pc:sldMk cId="1500824965" sldId="299"/>
            <ac:spMk id="4" creationId="{6AEA48FB-46B1-B966-8825-0266B42D59D4}"/>
          </ac:spMkLst>
        </pc:spChg>
        <pc:spChg chg="del mod">
          <ac:chgData name="Sankavi Iyyanar" userId="54bba85da6c82a3f" providerId="LiveId" clId="{BA02AAFE-B553-4814-A7AD-A6133EFFA6B9}" dt="2026-04-05T02:43:21.866" v="99" actId="478"/>
          <ac:spMkLst>
            <pc:docMk/>
            <pc:sldMk cId="1500824965" sldId="299"/>
            <ac:spMk id="6" creationId="{B41B6BA2-21E5-4D02-8D61-BDAC0A64EAA7}"/>
          </ac:spMkLst>
        </pc:spChg>
        <pc:spChg chg="del mod">
          <ac:chgData name="Sankavi Iyyanar" userId="54bba85da6c82a3f" providerId="LiveId" clId="{BA02AAFE-B553-4814-A7AD-A6133EFFA6B9}" dt="2026-04-05T02:43:19.475" v="98" actId="478"/>
          <ac:spMkLst>
            <pc:docMk/>
            <pc:sldMk cId="1500824965" sldId="299"/>
            <ac:spMk id="7" creationId="{9B0FBA79-2AE5-438C-9863-9BAD19872F88}"/>
          </ac:spMkLst>
        </pc:spChg>
        <pc:spChg chg="del">
          <ac:chgData name="Sankavi Iyyanar" userId="54bba85da6c82a3f" providerId="LiveId" clId="{BA02AAFE-B553-4814-A7AD-A6133EFFA6B9}" dt="2026-04-05T05:17:56.952" v="1333" actId="478"/>
          <ac:spMkLst>
            <pc:docMk/>
            <pc:sldMk cId="1500824965" sldId="299"/>
            <ac:spMk id="8" creationId="{CF774375-B30D-3692-348A-624326CE92A1}"/>
          </ac:spMkLst>
        </pc:spChg>
        <pc:spChg chg="add del mod">
          <ac:chgData name="Sankavi Iyyanar" userId="54bba85da6c82a3f" providerId="LiveId" clId="{BA02AAFE-B553-4814-A7AD-A6133EFFA6B9}" dt="2026-04-05T02:43:26.389" v="100" actId="478"/>
          <ac:spMkLst>
            <pc:docMk/>
            <pc:sldMk cId="1500824965" sldId="299"/>
            <ac:spMk id="10" creationId="{48CF360F-3144-65E8-B14B-742E3AE2816B}"/>
          </ac:spMkLst>
        </pc:spChg>
        <pc:spChg chg="add del mod">
          <ac:chgData name="Sankavi Iyyanar" userId="54bba85da6c82a3f" providerId="LiveId" clId="{BA02AAFE-B553-4814-A7AD-A6133EFFA6B9}" dt="2026-04-05T02:43:27.991" v="101" actId="478"/>
          <ac:spMkLst>
            <pc:docMk/>
            <pc:sldMk cId="1500824965" sldId="299"/>
            <ac:spMk id="12" creationId="{8F2D8870-4019-13A6-557B-624EB9FAEE15}"/>
          </ac:spMkLst>
        </pc:spChg>
        <pc:spChg chg="add del">
          <ac:chgData name="Sankavi Iyyanar" userId="54bba85da6c82a3f" providerId="LiveId" clId="{BA02AAFE-B553-4814-A7AD-A6133EFFA6B9}" dt="2026-04-05T02:45:30.689" v="143" actId="22"/>
          <ac:spMkLst>
            <pc:docMk/>
            <pc:sldMk cId="1500824965" sldId="299"/>
            <ac:spMk id="14" creationId="{902D2B85-A21C-33E3-FCA8-E158AA915BD8}"/>
          </ac:spMkLst>
        </pc:spChg>
        <pc:picChg chg="add del mod">
          <ac:chgData name="Sankavi Iyyanar" userId="54bba85da6c82a3f" providerId="LiveId" clId="{BA02AAFE-B553-4814-A7AD-A6133EFFA6B9}" dt="2026-04-05T02:46:16.636" v="145" actId="478"/>
          <ac:picMkLst>
            <pc:docMk/>
            <pc:sldMk cId="1500824965" sldId="299"/>
            <ac:picMk id="16" creationId="{E2DFDC9F-323E-5EBC-0420-60A2706E9EB8}"/>
          </ac:picMkLst>
        </pc:picChg>
        <pc:picChg chg="add mod">
          <ac:chgData name="Sankavi Iyyanar" userId="54bba85da6c82a3f" providerId="LiveId" clId="{BA02AAFE-B553-4814-A7AD-A6133EFFA6B9}" dt="2026-04-05T05:32:18.279" v="1457" actId="1076"/>
          <ac:picMkLst>
            <pc:docMk/>
            <pc:sldMk cId="1500824965" sldId="299"/>
            <ac:picMk id="18" creationId="{824F1076-3DA4-DFA7-2749-A063E39E071F}"/>
          </ac:picMkLst>
        </pc:picChg>
      </pc:sldChg>
      <pc:sldChg chg="addSp delSp modSp add mod ord">
        <pc:chgData name="Sankavi Iyyanar" userId="54bba85da6c82a3f" providerId="LiveId" clId="{BA02AAFE-B553-4814-A7AD-A6133EFFA6B9}" dt="2026-04-05T05:30:06.693" v="1446" actId="20577"/>
        <pc:sldMkLst>
          <pc:docMk/>
          <pc:sldMk cId="3047917415" sldId="300"/>
        </pc:sldMkLst>
        <pc:spChg chg="mod">
          <ac:chgData name="Sankavi Iyyanar" userId="54bba85da6c82a3f" providerId="LiveId" clId="{BA02AAFE-B553-4814-A7AD-A6133EFFA6B9}" dt="2026-04-05T05:01:50.918" v="1209" actId="14100"/>
          <ac:spMkLst>
            <pc:docMk/>
            <pc:sldMk cId="3047917415" sldId="300"/>
            <ac:spMk id="3" creationId="{3F5185B1-7CB9-64DD-02C0-C33DA5DB52FF}"/>
          </ac:spMkLst>
        </pc:spChg>
        <pc:spChg chg="mod">
          <ac:chgData name="Sankavi Iyyanar" userId="54bba85da6c82a3f" providerId="LiveId" clId="{BA02AAFE-B553-4814-A7AD-A6133EFFA6B9}" dt="2026-04-05T05:30:06.693" v="1446" actId="20577"/>
          <ac:spMkLst>
            <pc:docMk/>
            <pc:sldMk cId="3047917415" sldId="300"/>
            <ac:spMk id="4" creationId="{31D6BA30-E6D2-A545-BDC6-981DE32800E4}"/>
          </ac:spMkLst>
        </pc:spChg>
        <pc:spChg chg="del">
          <ac:chgData name="Sankavi Iyyanar" userId="54bba85da6c82a3f" providerId="LiveId" clId="{BA02AAFE-B553-4814-A7AD-A6133EFFA6B9}" dt="2026-04-05T05:18:06.516" v="1336" actId="478"/>
          <ac:spMkLst>
            <pc:docMk/>
            <pc:sldMk cId="3047917415" sldId="300"/>
            <ac:spMk id="8" creationId="{491E043B-86B6-4EB6-C29B-57EA8EEF5C19}"/>
          </ac:spMkLst>
        </pc:spChg>
        <pc:picChg chg="add del mod">
          <ac:chgData name="Sankavi Iyyanar" userId="54bba85da6c82a3f" providerId="LiveId" clId="{BA02AAFE-B553-4814-A7AD-A6133EFFA6B9}" dt="2026-04-05T03:03:43.561" v="270" actId="478"/>
          <ac:picMkLst>
            <pc:docMk/>
            <pc:sldMk cId="3047917415" sldId="300"/>
            <ac:picMk id="5" creationId="{A21F3520-9E10-AFB5-47A4-392E760DCC66}"/>
          </ac:picMkLst>
        </pc:picChg>
        <pc:picChg chg="add mod">
          <ac:chgData name="Sankavi Iyyanar" userId="54bba85da6c82a3f" providerId="LiveId" clId="{BA02AAFE-B553-4814-A7AD-A6133EFFA6B9}" dt="2026-04-05T03:06:18.757" v="396" actId="1076"/>
          <ac:picMkLst>
            <pc:docMk/>
            <pc:sldMk cId="3047917415" sldId="300"/>
            <ac:picMk id="7" creationId="{B40B0C8D-F535-BBC2-C1E8-2003F1439411}"/>
          </ac:picMkLst>
        </pc:picChg>
        <pc:picChg chg="add mod">
          <ac:chgData name="Sankavi Iyyanar" userId="54bba85da6c82a3f" providerId="LiveId" clId="{BA02AAFE-B553-4814-A7AD-A6133EFFA6B9}" dt="2026-04-05T03:05:40.605" v="365" actId="1076"/>
          <ac:picMkLst>
            <pc:docMk/>
            <pc:sldMk cId="3047917415" sldId="300"/>
            <ac:picMk id="11" creationId="{E97AB906-BC8E-10B6-8ADB-83F0D105ABDB}"/>
          </ac:picMkLst>
        </pc:picChg>
        <pc:picChg chg="del">
          <ac:chgData name="Sankavi Iyyanar" userId="54bba85da6c82a3f" providerId="LiveId" clId="{BA02AAFE-B553-4814-A7AD-A6133EFFA6B9}" dt="2026-04-05T03:01:17.807" v="234" actId="478"/>
          <ac:picMkLst>
            <pc:docMk/>
            <pc:sldMk cId="3047917415" sldId="300"/>
            <ac:picMk id="18" creationId="{7CC688FE-EA28-DBAD-0707-6560A514BB73}"/>
          </ac:picMkLst>
        </pc:picChg>
      </pc:sldChg>
      <pc:sldChg chg="addSp delSp modSp new mod setBg">
        <pc:chgData name="Sankavi Iyyanar" userId="54bba85da6c82a3f" providerId="LiveId" clId="{BA02AAFE-B553-4814-A7AD-A6133EFFA6B9}" dt="2026-04-05T05:18:18.588" v="1340" actId="478"/>
        <pc:sldMkLst>
          <pc:docMk/>
          <pc:sldMk cId="364260101" sldId="301"/>
        </pc:sldMkLst>
        <pc:spChg chg="mod">
          <ac:chgData name="Sankavi Iyyanar" userId="54bba85da6c82a3f" providerId="LiveId" clId="{BA02AAFE-B553-4814-A7AD-A6133EFFA6B9}" dt="2026-04-05T04:01:12.777" v="526"/>
          <ac:spMkLst>
            <pc:docMk/>
            <pc:sldMk cId="364260101" sldId="301"/>
            <ac:spMk id="2" creationId="{7F512DB1-55BA-4BE6-64FC-0D56624D5285}"/>
          </ac:spMkLst>
        </pc:spChg>
        <pc:spChg chg="del">
          <ac:chgData name="Sankavi Iyyanar" userId="54bba85da6c82a3f" providerId="LiveId" clId="{BA02AAFE-B553-4814-A7AD-A6133EFFA6B9}" dt="2026-04-05T04:01:43.466" v="530" actId="478"/>
          <ac:spMkLst>
            <pc:docMk/>
            <pc:sldMk cId="364260101" sldId="301"/>
            <ac:spMk id="3" creationId="{9B08FAF9-F6BF-67B1-AB72-616DF548E662}"/>
          </ac:spMkLst>
        </pc:spChg>
        <pc:spChg chg="del">
          <ac:chgData name="Sankavi Iyyanar" userId="54bba85da6c82a3f" providerId="LiveId" clId="{BA02AAFE-B553-4814-A7AD-A6133EFFA6B9}" dt="2026-04-05T05:18:18.588" v="1340" actId="478"/>
          <ac:spMkLst>
            <pc:docMk/>
            <pc:sldMk cId="364260101" sldId="301"/>
            <ac:spMk id="4" creationId="{45512434-3BA2-A38F-C053-2BF5DB4A968E}"/>
          </ac:spMkLst>
        </pc:spChg>
        <pc:spChg chg="add mod">
          <ac:chgData name="Sankavi Iyyanar" userId="54bba85da6c82a3f" providerId="LiveId" clId="{BA02AAFE-B553-4814-A7AD-A6133EFFA6B9}" dt="2026-04-05T04:07:29.230" v="636" actId="5793"/>
          <ac:spMkLst>
            <pc:docMk/>
            <pc:sldMk cId="364260101" sldId="301"/>
            <ac:spMk id="6" creationId="{0E3E0356-0285-5971-6574-EBB37ECBEE8E}"/>
          </ac:spMkLst>
        </pc:spChg>
        <pc:picChg chg="add del mod">
          <ac:chgData name="Sankavi Iyyanar" userId="54bba85da6c82a3f" providerId="LiveId" clId="{BA02AAFE-B553-4814-A7AD-A6133EFFA6B9}" dt="2026-04-05T04:04:45.650" v="577" actId="478"/>
          <ac:picMkLst>
            <pc:docMk/>
            <pc:sldMk cId="364260101" sldId="301"/>
            <ac:picMk id="8" creationId="{B7647A3F-FC4B-658E-7722-CB11D655782C}"/>
          </ac:picMkLst>
        </pc:picChg>
        <pc:picChg chg="add del mod">
          <ac:chgData name="Sankavi Iyyanar" userId="54bba85da6c82a3f" providerId="LiveId" clId="{BA02AAFE-B553-4814-A7AD-A6133EFFA6B9}" dt="2026-04-05T04:05:25.635" v="582" actId="21"/>
          <ac:picMkLst>
            <pc:docMk/>
            <pc:sldMk cId="364260101" sldId="301"/>
            <ac:picMk id="10" creationId="{367192EF-D394-FFBB-B64E-72FC70F694AC}"/>
          </ac:picMkLst>
        </pc:picChg>
        <pc:picChg chg="add mod">
          <ac:chgData name="Sankavi Iyyanar" userId="54bba85da6c82a3f" providerId="LiveId" clId="{BA02AAFE-B553-4814-A7AD-A6133EFFA6B9}" dt="2026-04-05T04:06:15.652" v="609" actId="14100"/>
          <ac:picMkLst>
            <pc:docMk/>
            <pc:sldMk cId="364260101" sldId="301"/>
            <ac:picMk id="11" creationId="{367192EF-D394-FFBB-B64E-72FC70F694AC}"/>
          </ac:picMkLst>
        </pc:picChg>
        <pc:picChg chg="add mod">
          <ac:chgData name="Sankavi Iyyanar" userId="54bba85da6c82a3f" providerId="LiveId" clId="{BA02AAFE-B553-4814-A7AD-A6133EFFA6B9}" dt="2026-04-05T04:06:21.700" v="611" actId="1076"/>
          <ac:picMkLst>
            <pc:docMk/>
            <pc:sldMk cId="364260101" sldId="301"/>
            <ac:picMk id="13" creationId="{10088037-80DE-2793-2E34-1078F21061F1}"/>
          </ac:picMkLst>
        </pc:picChg>
      </pc:sldChg>
      <pc:sldChg chg="add del">
        <pc:chgData name="Sankavi Iyyanar" userId="54bba85da6c82a3f" providerId="LiveId" clId="{BA02AAFE-B553-4814-A7AD-A6133EFFA6B9}" dt="2026-04-05T02:57:19.435" v="215"/>
        <pc:sldMkLst>
          <pc:docMk/>
          <pc:sldMk cId="1413616217" sldId="301"/>
        </pc:sldMkLst>
      </pc:sldChg>
      <pc:sldChg chg="addSp delSp modSp new mod">
        <pc:chgData name="Sankavi Iyyanar" userId="54bba85da6c82a3f" providerId="LiveId" clId="{BA02AAFE-B553-4814-A7AD-A6133EFFA6B9}" dt="2026-04-05T05:19:23.203" v="1358" actId="1076"/>
        <pc:sldMkLst>
          <pc:docMk/>
          <pc:sldMk cId="2137154614" sldId="302"/>
        </pc:sldMkLst>
        <pc:spChg chg="mod">
          <ac:chgData name="Sankavi Iyyanar" userId="54bba85da6c82a3f" providerId="LiveId" clId="{BA02AAFE-B553-4814-A7AD-A6133EFFA6B9}" dt="2026-04-05T05:19:23.203" v="1358" actId="1076"/>
          <ac:spMkLst>
            <pc:docMk/>
            <pc:sldMk cId="2137154614" sldId="302"/>
            <ac:spMk id="2" creationId="{725BEF0E-3274-B197-7453-948C4CA54385}"/>
          </ac:spMkLst>
        </pc:spChg>
        <pc:spChg chg="del">
          <ac:chgData name="Sankavi Iyyanar" userId="54bba85da6c82a3f" providerId="LiveId" clId="{BA02AAFE-B553-4814-A7AD-A6133EFFA6B9}" dt="2026-04-05T04:08:30.793" v="639" actId="478"/>
          <ac:spMkLst>
            <pc:docMk/>
            <pc:sldMk cId="2137154614" sldId="302"/>
            <ac:spMk id="3" creationId="{90B6B6E3-41E4-2D34-9F54-A78D5B8958EE}"/>
          </ac:spMkLst>
        </pc:spChg>
        <pc:spChg chg="del">
          <ac:chgData name="Sankavi Iyyanar" userId="54bba85da6c82a3f" providerId="LiveId" clId="{BA02AAFE-B553-4814-A7AD-A6133EFFA6B9}" dt="2026-04-05T05:18:21.522" v="1341" actId="478"/>
          <ac:spMkLst>
            <pc:docMk/>
            <pc:sldMk cId="2137154614" sldId="302"/>
            <ac:spMk id="4" creationId="{61D78B3D-9D49-FF37-A768-BC1534F29B2D}"/>
          </ac:spMkLst>
        </pc:spChg>
        <pc:spChg chg="add del mod">
          <ac:chgData name="Sankavi Iyyanar" userId="54bba85da6c82a3f" providerId="LiveId" clId="{BA02AAFE-B553-4814-A7AD-A6133EFFA6B9}" dt="2026-04-05T04:09:29.955" v="681"/>
          <ac:spMkLst>
            <pc:docMk/>
            <pc:sldMk cId="2137154614" sldId="302"/>
            <ac:spMk id="8" creationId="{DC0E19C6-6568-BA72-F3F7-FC415E3FE8DF}"/>
          </ac:spMkLst>
        </pc:spChg>
        <pc:spChg chg="add del mod">
          <ac:chgData name="Sankavi Iyyanar" userId="54bba85da6c82a3f" providerId="LiveId" clId="{BA02AAFE-B553-4814-A7AD-A6133EFFA6B9}" dt="2026-04-05T04:09:50.184" v="687"/>
          <ac:spMkLst>
            <pc:docMk/>
            <pc:sldMk cId="2137154614" sldId="302"/>
            <ac:spMk id="10" creationId="{38E90191-9D27-526D-D1D8-E82A15FC9916}"/>
          </ac:spMkLst>
        </pc:spChg>
        <pc:spChg chg="add mod">
          <ac:chgData name="Sankavi Iyyanar" userId="54bba85da6c82a3f" providerId="LiveId" clId="{BA02AAFE-B553-4814-A7AD-A6133EFFA6B9}" dt="2026-04-05T05:19:20.545" v="1357" actId="1076"/>
          <ac:spMkLst>
            <pc:docMk/>
            <pc:sldMk cId="2137154614" sldId="302"/>
            <ac:spMk id="11" creationId="{5DC5D34C-2F73-DFB3-5F61-F16D942E17C4}"/>
          </ac:spMkLst>
        </pc:spChg>
        <pc:picChg chg="add mod">
          <ac:chgData name="Sankavi Iyyanar" userId="54bba85da6c82a3f" providerId="LiveId" clId="{BA02AAFE-B553-4814-A7AD-A6133EFFA6B9}" dt="2026-04-05T04:11:20.591" v="701" actId="1076"/>
          <ac:picMkLst>
            <pc:docMk/>
            <pc:sldMk cId="2137154614" sldId="302"/>
            <ac:picMk id="13" creationId="{F8ED88B0-7201-3F4C-940B-1DA0D6F04DF1}"/>
          </ac:picMkLst>
        </pc:picChg>
      </pc:sldChg>
      <pc:sldChg chg="addSp delSp modSp new mod modClrScheme chgLayout">
        <pc:chgData name="Sankavi Iyyanar" userId="54bba85da6c82a3f" providerId="LiveId" clId="{BA02AAFE-B553-4814-A7AD-A6133EFFA6B9}" dt="2026-04-05T05:19:16.344" v="1356" actId="1076"/>
        <pc:sldMkLst>
          <pc:docMk/>
          <pc:sldMk cId="2884185042" sldId="303"/>
        </pc:sldMkLst>
        <pc:spChg chg="mod ord">
          <ac:chgData name="Sankavi Iyyanar" userId="54bba85da6c82a3f" providerId="LiveId" clId="{BA02AAFE-B553-4814-A7AD-A6133EFFA6B9}" dt="2026-04-05T05:19:13.885" v="1355" actId="1076"/>
          <ac:spMkLst>
            <pc:docMk/>
            <pc:sldMk cId="2884185042" sldId="303"/>
            <ac:spMk id="2" creationId="{D3654B14-AFC6-4FA4-DD41-A492A07B1DFA}"/>
          </ac:spMkLst>
        </pc:spChg>
        <pc:spChg chg="del mod ord">
          <ac:chgData name="Sankavi Iyyanar" userId="54bba85da6c82a3f" providerId="LiveId" clId="{BA02AAFE-B553-4814-A7AD-A6133EFFA6B9}" dt="2026-04-05T04:14:10.101" v="707" actId="700"/>
          <ac:spMkLst>
            <pc:docMk/>
            <pc:sldMk cId="2884185042" sldId="303"/>
            <ac:spMk id="3" creationId="{FC8E4EE1-30F3-FF0F-47E6-ADB8288B0773}"/>
          </ac:spMkLst>
        </pc:spChg>
        <pc:spChg chg="del mod ord">
          <ac:chgData name="Sankavi Iyyanar" userId="54bba85da6c82a3f" providerId="LiveId" clId="{BA02AAFE-B553-4814-A7AD-A6133EFFA6B9}" dt="2026-04-05T05:18:24.253" v="1342" actId="478"/>
          <ac:spMkLst>
            <pc:docMk/>
            <pc:sldMk cId="2884185042" sldId="303"/>
            <ac:spMk id="4" creationId="{139D8D99-C0EE-0E23-A5A5-6C53510EF084}"/>
          </ac:spMkLst>
        </pc:spChg>
        <pc:spChg chg="mod ord">
          <ac:chgData name="Sankavi Iyyanar" userId="54bba85da6c82a3f" providerId="LiveId" clId="{BA02AAFE-B553-4814-A7AD-A6133EFFA6B9}" dt="2026-04-05T04:14:10.101" v="707" actId="700"/>
          <ac:spMkLst>
            <pc:docMk/>
            <pc:sldMk cId="2884185042" sldId="303"/>
            <ac:spMk id="5" creationId="{E2F200F4-1B22-7C72-7992-ED276BED70E3}"/>
          </ac:spMkLst>
        </pc:spChg>
        <pc:spChg chg="add mod">
          <ac:chgData name="Sankavi Iyyanar" userId="54bba85da6c82a3f" providerId="LiveId" clId="{BA02AAFE-B553-4814-A7AD-A6133EFFA6B9}" dt="2026-04-05T05:19:16.344" v="1356" actId="1076"/>
          <ac:spMkLst>
            <pc:docMk/>
            <pc:sldMk cId="2884185042" sldId="303"/>
            <ac:spMk id="6" creationId="{E20C927A-70DD-EF3F-6FCD-3A83546A6B7B}"/>
          </ac:spMkLst>
        </pc:spChg>
        <pc:spChg chg="add del mod ord">
          <ac:chgData name="Sankavi Iyyanar" userId="54bba85da6c82a3f" providerId="LiveId" clId="{BA02AAFE-B553-4814-A7AD-A6133EFFA6B9}" dt="2026-04-05T04:14:24.023" v="711" actId="478"/>
          <ac:spMkLst>
            <pc:docMk/>
            <pc:sldMk cId="2884185042" sldId="303"/>
            <ac:spMk id="7" creationId="{6F58604B-3BCA-9114-9DD0-FDB1F2699E8E}"/>
          </ac:spMkLst>
        </pc:spChg>
        <pc:picChg chg="add del mod">
          <ac:chgData name="Sankavi Iyyanar" userId="54bba85da6c82a3f" providerId="LiveId" clId="{BA02AAFE-B553-4814-A7AD-A6133EFFA6B9}" dt="2026-04-05T04:18:28.939" v="715" actId="478"/>
          <ac:picMkLst>
            <pc:docMk/>
            <pc:sldMk cId="2884185042" sldId="303"/>
            <ac:picMk id="8" creationId="{A509E32C-1348-4247-62BA-96760FBD34A0}"/>
          </ac:picMkLst>
        </pc:picChg>
        <pc:picChg chg="add mod">
          <ac:chgData name="Sankavi Iyyanar" userId="54bba85da6c82a3f" providerId="LiveId" clId="{BA02AAFE-B553-4814-A7AD-A6133EFFA6B9}" dt="2026-04-05T04:18:33.531" v="717" actId="1076"/>
          <ac:picMkLst>
            <pc:docMk/>
            <pc:sldMk cId="2884185042" sldId="303"/>
            <ac:picMk id="10" creationId="{2111FDAB-D809-CEB9-FC9E-7443A33E846C}"/>
          </ac:picMkLst>
        </pc:picChg>
      </pc:sldChg>
      <pc:sldChg chg="addSp delSp modSp new mod setBg">
        <pc:chgData name="Sankavi Iyyanar" userId="54bba85da6c82a3f" providerId="LiveId" clId="{BA02AAFE-B553-4814-A7AD-A6133EFFA6B9}" dt="2026-04-05T05:19:05.190" v="1353" actId="1076"/>
        <pc:sldMkLst>
          <pc:docMk/>
          <pc:sldMk cId="3137187903" sldId="304"/>
        </pc:sldMkLst>
        <pc:spChg chg="mod">
          <ac:chgData name="Sankavi Iyyanar" userId="54bba85da6c82a3f" providerId="LiveId" clId="{BA02AAFE-B553-4814-A7AD-A6133EFFA6B9}" dt="2026-04-05T05:19:05.190" v="1353" actId="1076"/>
          <ac:spMkLst>
            <pc:docMk/>
            <pc:sldMk cId="3137187903" sldId="304"/>
            <ac:spMk id="2" creationId="{96E97476-3403-816A-14B6-1D4D22512D0F}"/>
          </ac:spMkLst>
        </pc:spChg>
        <pc:spChg chg="del">
          <ac:chgData name="Sankavi Iyyanar" userId="54bba85da6c82a3f" providerId="LiveId" clId="{BA02AAFE-B553-4814-A7AD-A6133EFFA6B9}" dt="2026-04-05T04:20:36.266" v="722" actId="478"/>
          <ac:spMkLst>
            <pc:docMk/>
            <pc:sldMk cId="3137187903" sldId="304"/>
            <ac:spMk id="3" creationId="{CDD1EC0A-AFF9-AEA5-5F22-10F7401523FD}"/>
          </ac:spMkLst>
        </pc:spChg>
        <pc:spChg chg="del">
          <ac:chgData name="Sankavi Iyyanar" userId="54bba85da6c82a3f" providerId="LiveId" clId="{BA02AAFE-B553-4814-A7AD-A6133EFFA6B9}" dt="2026-04-05T05:18:27.652" v="1343" actId="478"/>
          <ac:spMkLst>
            <pc:docMk/>
            <pc:sldMk cId="3137187903" sldId="304"/>
            <ac:spMk id="4" creationId="{8A358F3F-82DA-9360-DB53-47941EC73C97}"/>
          </ac:spMkLst>
        </pc:spChg>
        <pc:spChg chg="add mod">
          <ac:chgData name="Sankavi Iyyanar" userId="54bba85da6c82a3f" providerId="LiveId" clId="{BA02AAFE-B553-4814-A7AD-A6133EFFA6B9}" dt="2026-04-05T05:19:03.281" v="1352" actId="1076"/>
          <ac:spMkLst>
            <pc:docMk/>
            <pc:sldMk cId="3137187903" sldId="304"/>
            <ac:spMk id="7" creationId="{25CA9DA3-95A2-6A6A-A1B2-C722CE16B034}"/>
          </ac:spMkLst>
        </pc:spChg>
      </pc:sldChg>
      <pc:sldChg chg="addSp delSp modSp new mod setBg">
        <pc:chgData name="Sankavi Iyyanar" userId="54bba85da6c82a3f" providerId="LiveId" clId="{BA02AAFE-B553-4814-A7AD-A6133EFFA6B9}" dt="2026-04-05T05:18:30.482" v="1344" actId="478"/>
        <pc:sldMkLst>
          <pc:docMk/>
          <pc:sldMk cId="2326714299" sldId="305"/>
        </pc:sldMkLst>
        <pc:spChg chg="mod">
          <ac:chgData name="Sankavi Iyyanar" userId="54bba85da6c82a3f" providerId="LiveId" clId="{BA02AAFE-B553-4814-A7AD-A6133EFFA6B9}" dt="2026-04-05T04:23:44.617" v="729" actId="14100"/>
          <ac:spMkLst>
            <pc:docMk/>
            <pc:sldMk cId="2326714299" sldId="305"/>
            <ac:spMk id="2" creationId="{F0845B27-6BE2-AC19-2FC9-EEC87603ADCD}"/>
          </ac:spMkLst>
        </pc:spChg>
        <pc:spChg chg="del">
          <ac:chgData name="Sankavi Iyyanar" userId="54bba85da6c82a3f" providerId="LiveId" clId="{BA02AAFE-B553-4814-A7AD-A6133EFFA6B9}" dt="2026-04-05T04:23:49.709" v="730" actId="478"/>
          <ac:spMkLst>
            <pc:docMk/>
            <pc:sldMk cId="2326714299" sldId="305"/>
            <ac:spMk id="3" creationId="{D9BBB209-E07C-DFB1-DE4C-BE75D5943DB5}"/>
          </ac:spMkLst>
        </pc:spChg>
        <pc:spChg chg="del">
          <ac:chgData name="Sankavi Iyyanar" userId="54bba85da6c82a3f" providerId="LiveId" clId="{BA02AAFE-B553-4814-A7AD-A6133EFFA6B9}" dt="2026-04-05T05:18:30.482" v="1344" actId="478"/>
          <ac:spMkLst>
            <pc:docMk/>
            <pc:sldMk cId="2326714299" sldId="305"/>
            <ac:spMk id="4" creationId="{BF502694-2CDF-025B-FAAE-3CE6CD0DBF15}"/>
          </ac:spMkLst>
        </pc:spChg>
        <pc:spChg chg="add mod">
          <ac:chgData name="Sankavi Iyyanar" userId="54bba85da6c82a3f" providerId="LiveId" clId="{BA02AAFE-B553-4814-A7AD-A6133EFFA6B9}" dt="2026-04-05T04:24:52.620" v="733" actId="14100"/>
          <ac:spMkLst>
            <pc:docMk/>
            <pc:sldMk cId="2326714299" sldId="305"/>
            <ac:spMk id="7" creationId="{FC534535-14A6-E585-F4A1-EF84ED210DDE}"/>
          </ac:spMkLst>
        </pc:spChg>
      </pc:sldChg>
      <pc:sldChg chg="addSp delSp modSp new mod setBg">
        <pc:chgData name="Sankavi Iyyanar" userId="54bba85da6c82a3f" providerId="LiveId" clId="{BA02AAFE-B553-4814-A7AD-A6133EFFA6B9}" dt="2026-04-05T05:18:57.249" v="1351" actId="1076"/>
        <pc:sldMkLst>
          <pc:docMk/>
          <pc:sldMk cId="366757833" sldId="306"/>
        </pc:sldMkLst>
        <pc:spChg chg="mod">
          <ac:chgData name="Sankavi Iyyanar" userId="54bba85da6c82a3f" providerId="LiveId" clId="{BA02AAFE-B553-4814-A7AD-A6133EFFA6B9}" dt="2026-04-05T04:35:32.885" v="736" actId="14100"/>
          <ac:spMkLst>
            <pc:docMk/>
            <pc:sldMk cId="366757833" sldId="306"/>
            <ac:spMk id="2" creationId="{0DC99037-56DD-EBDD-8DE0-F235739A45D2}"/>
          </ac:spMkLst>
        </pc:spChg>
        <pc:spChg chg="del">
          <ac:chgData name="Sankavi Iyyanar" userId="54bba85da6c82a3f" providerId="LiveId" clId="{BA02AAFE-B553-4814-A7AD-A6133EFFA6B9}" dt="2026-04-05T04:35:34.311" v="737" actId="478"/>
          <ac:spMkLst>
            <pc:docMk/>
            <pc:sldMk cId="366757833" sldId="306"/>
            <ac:spMk id="3" creationId="{630AA5C6-06BD-3742-741B-3F45D92002AB}"/>
          </ac:spMkLst>
        </pc:spChg>
        <pc:spChg chg="del">
          <ac:chgData name="Sankavi Iyyanar" userId="54bba85da6c82a3f" providerId="LiveId" clId="{BA02AAFE-B553-4814-A7AD-A6133EFFA6B9}" dt="2026-04-05T05:18:32.872" v="1345" actId="478"/>
          <ac:spMkLst>
            <pc:docMk/>
            <pc:sldMk cId="366757833" sldId="306"/>
            <ac:spMk id="4" creationId="{54C89CB9-AD1B-6ABF-44B4-2B0A7F8DC695}"/>
          </ac:spMkLst>
        </pc:spChg>
        <pc:spChg chg="add mod">
          <ac:chgData name="Sankavi Iyyanar" userId="54bba85da6c82a3f" providerId="LiveId" clId="{BA02AAFE-B553-4814-A7AD-A6133EFFA6B9}" dt="2026-04-05T05:18:57.249" v="1351" actId="1076"/>
          <ac:spMkLst>
            <pc:docMk/>
            <pc:sldMk cId="366757833" sldId="306"/>
            <ac:spMk id="6" creationId="{87DCD2E9-CC0F-2271-E323-44CBC532F1F1}"/>
          </ac:spMkLst>
        </pc:spChg>
      </pc:sldChg>
      <pc:sldChg chg="addSp delSp modSp new mod setBg">
        <pc:chgData name="Sankavi Iyyanar" userId="54bba85da6c82a3f" providerId="LiveId" clId="{BA02AAFE-B553-4814-A7AD-A6133EFFA6B9}" dt="2026-04-05T05:33:48.984" v="1463"/>
        <pc:sldMkLst>
          <pc:docMk/>
          <pc:sldMk cId="2864883873" sldId="307"/>
        </pc:sldMkLst>
        <pc:spChg chg="mod">
          <ac:chgData name="Sankavi Iyyanar" userId="54bba85da6c82a3f" providerId="LiveId" clId="{BA02AAFE-B553-4814-A7AD-A6133EFFA6B9}" dt="2026-04-05T05:18:49.521" v="1349" actId="1076"/>
          <ac:spMkLst>
            <pc:docMk/>
            <pc:sldMk cId="2864883873" sldId="307"/>
            <ac:spMk id="2" creationId="{661CD0D5-9C5B-5A4E-C99E-D5C2E3F5D172}"/>
          </ac:spMkLst>
        </pc:spChg>
        <pc:spChg chg="del">
          <ac:chgData name="Sankavi Iyyanar" userId="54bba85da6c82a3f" providerId="LiveId" clId="{BA02AAFE-B553-4814-A7AD-A6133EFFA6B9}" dt="2026-04-05T04:36:36.962" v="747" actId="478"/>
          <ac:spMkLst>
            <pc:docMk/>
            <pc:sldMk cId="2864883873" sldId="307"/>
            <ac:spMk id="3" creationId="{F576BCD2-BC79-A44C-7A36-73B99CD4F3AC}"/>
          </ac:spMkLst>
        </pc:spChg>
        <pc:spChg chg="del">
          <ac:chgData name="Sankavi Iyyanar" userId="54bba85da6c82a3f" providerId="LiveId" clId="{BA02AAFE-B553-4814-A7AD-A6133EFFA6B9}" dt="2026-04-05T05:18:36.222" v="1346" actId="478"/>
          <ac:spMkLst>
            <pc:docMk/>
            <pc:sldMk cId="2864883873" sldId="307"/>
            <ac:spMk id="4" creationId="{2F9DCF63-9BF8-BE32-FD9A-9E925F717EC4}"/>
          </ac:spMkLst>
        </pc:spChg>
        <pc:spChg chg="add del mod">
          <ac:chgData name="Sankavi Iyyanar" userId="54bba85da6c82a3f" providerId="LiveId" clId="{BA02AAFE-B553-4814-A7AD-A6133EFFA6B9}" dt="2026-04-05T04:38:09.989" v="768"/>
          <ac:spMkLst>
            <pc:docMk/>
            <pc:sldMk cId="2864883873" sldId="307"/>
            <ac:spMk id="6" creationId="{A39938BD-9E40-6413-D764-8E575306E3D9}"/>
          </ac:spMkLst>
        </pc:spChg>
        <pc:spChg chg="add">
          <ac:chgData name="Sankavi Iyyanar" userId="54bba85da6c82a3f" providerId="LiveId" clId="{BA02AAFE-B553-4814-A7AD-A6133EFFA6B9}" dt="2026-04-05T04:37:46.247" v="757"/>
          <ac:spMkLst>
            <pc:docMk/>
            <pc:sldMk cId="2864883873" sldId="307"/>
            <ac:spMk id="7" creationId="{093D8238-5718-BA68-81CA-31893B62B32F}"/>
          </ac:spMkLst>
        </pc:spChg>
        <pc:spChg chg="add mod">
          <ac:chgData name="Sankavi Iyyanar" userId="54bba85da6c82a3f" providerId="LiveId" clId="{BA02AAFE-B553-4814-A7AD-A6133EFFA6B9}" dt="2026-04-05T05:33:48.984" v="1463"/>
          <ac:spMkLst>
            <pc:docMk/>
            <pc:sldMk cId="2864883873" sldId="307"/>
            <ac:spMk id="8" creationId="{F33D0361-E3DF-0EE4-8280-6A46890975D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rmalnewz.com/flight-delay-atc-system-malfunctions-at-delhi-airport-delaying-over-100-flights-details-here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freecodecamp.org/the-data-driven-corporation-259b5b84f9c9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teaching.statistics-is-awesome.org/using-data-challenges-to-encourage-statistical-thinking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fermentationwineblog.com/2014/07/takes-grow-direct-consumer-wine-channel/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505" y="2349574"/>
            <a:ext cx="5257793" cy="2057441"/>
          </a:xfrm>
        </p:spPr>
        <p:txBody>
          <a:bodyPr/>
          <a:lstStyle/>
          <a:p>
            <a:r>
              <a:rPr lang="en-IN" dirty="0"/>
              <a:t>AIRFLY INSIGHTS</a:t>
            </a:r>
            <a:br>
              <a:rPr lang="en-IN" dirty="0"/>
            </a:br>
            <a:br>
              <a:rPr lang="en-IN" dirty="0"/>
            </a:br>
            <a:r>
              <a:rPr lang="en-US" sz="3600" b="0" dirty="0"/>
              <a:t>Airline Delay and Cancellation Analysis</a:t>
            </a:r>
            <a:br>
              <a:rPr lang="en-US" sz="3600" b="0" dirty="0"/>
            </a:br>
            <a:br>
              <a:rPr lang="en-US" sz="3600" b="0" dirty="0"/>
            </a:br>
            <a:r>
              <a:rPr lang="en-US" sz="2000" b="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Submitted as part of Internship Project at Infosys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964FDADC-8A08-0A0E-52B4-59E372EF76C6}"/>
              </a:ext>
            </a:extLst>
          </p:cNvPr>
          <p:cNvSpPr/>
          <p:nvPr/>
        </p:nvSpPr>
        <p:spPr>
          <a:xfrm>
            <a:off x="8315326" y="5766157"/>
            <a:ext cx="2384758" cy="620141"/>
          </a:xfrm>
          <a:prstGeom prst="homePlat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Presented by: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Sankavi I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FB609373-3764-247F-8E3C-486EFCB2B307}"/>
              </a:ext>
            </a:extLst>
          </p:cNvPr>
          <p:cNvSpPr/>
          <p:nvPr/>
        </p:nvSpPr>
        <p:spPr>
          <a:xfrm rot="5400000">
            <a:off x="7327773" y="5619028"/>
            <a:ext cx="1060704" cy="914400"/>
          </a:xfrm>
          <a:prstGeom prst="hexago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DBEA163-8841-F5D6-5DCD-F0726366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F8060-5AF9-6285-2454-04796334C1E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42428C-05EA-98E2-2B77-B32D8BF8DD56}"/>
              </a:ext>
            </a:extLst>
          </p:cNvPr>
          <p:cNvSpPr txBox="1"/>
          <p:nvPr/>
        </p:nvSpPr>
        <p:spPr>
          <a:xfrm>
            <a:off x="587829" y="1622510"/>
            <a:ext cx="504144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• Analyze airline delays and cancellations </a:t>
            </a:r>
            <a:br>
              <a:rPr lang="en-US" sz="2800" dirty="0"/>
            </a:br>
            <a:r>
              <a:rPr lang="en-US" sz="2800" dirty="0"/>
              <a:t>• Identify patterns and key causes </a:t>
            </a:r>
            <a:br>
              <a:rPr lang="en-US" sz="2800" dirty="0"/>
            </a:br>
            <a:r>
              <a:rPr lang="en-US" sz="2800" dirty="0"/>
              <a:t>• Study seasonal impact (winter) </a:t>
            </a:r>
            <a:br>
              <a:rPr lang="en-US" sz="2800" dirty="0"/>
            </a:br>
            <a:r>
              <a:rPr lang="en-US" sz="2800" dirty="0"/>
              <a:t>• Understand factors affecting flight performance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438CF4-048D-E98C-A21F-8AC2EC942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85923"/>
            <a:ext cx="5588762" cy="418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261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92F4F-D342-5C31-92CA-AC7B0684C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BACE9-2C90-BB52-879E-EE8834B5845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77338" y="379373"/>
            <a:ext cx="3053252" cy="591493"/>
          </a:xfrm>
        </p:spPr>
        <p:txBody>
          <a:bodyPr/>
          <a:lstStyle/>
          <a:p>
            <a:r>
              <a:rPr lang="en-IN" sz="2400" dirty="0"/>
              <a:t>DATASET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A48FB-46B1-B966-8825-0266B42D59D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58047" y="970866"/>
            <a:ext cx="8403848" cy="3161511"/>
          </a:xfrm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Large airline dataset (2015 flights data)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Contains millions of flight records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• 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Dataset contains ~580,000 flight records 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 Includes 30+ features 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 Contains airline, airport, delay, and cancellation details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F84E38-B1AA-5895-9464-1A2D06402CA5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24F1076-3DA4-DFA7-2749-A063E39E0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022" y="3496025"/>
            <a:ext cx="7382905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24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D9CC1-8A96-81FE-2955-BE25C7F4B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A59782-4B4F-86E4-3470-7CC9A9C667B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2266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DA000-C943-A914-8B2F-0AB14D715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B1F0BAF-57A8-4949-3789-708A9C9D2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04" y="507076"/>
            <a:ext cx="10515600" cy="1115434"/>
          </a:xfrm>
        </p:spPr>
        <p:txBody>
          <a:bodyPr/>
          <a:lstStyle/>
          <a:p>
            <a:r>
              <a:rPr lang="en-IN" dirty="0">
                <a:solidFill>
                  <a:srgbClr val="0D0D0D"/>
                </a:solidFill>
                <a:latin typeface="ui-sans-serif"/>
              </a:rPr>
              <a:t>Data Preprocessing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8C9E3D-46EE-D69F-1D4F-AD19385E86F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E24B4D-CC23-2883-C608-F14D11014C0A}"/>
              </a:ext>
            </a:extLst>
          </p:cNvPr>
          <p:cNvSpPr txBox="1"/>
          <p:nvPr/>
        </p:nvSpPr>
        <p:spPr>
          <a:xfrm>
            <a:off x="669719" y="1935056"/>
            <a:ext cx="45112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delay-related columns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inconsistent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Formatted date and time columns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C1DDB1-C496-604D-1AEC-DF793D211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720" y="1372835"/>
            <a:ext cx="6604676" cy="4415241"/>
          </a:xfrm>
          <a:prstGeom prst="rect">
            <a:avLst/>
          </a:prstGeom>
        </p:spPr>
      </p:pic>
      <p:sp>
        <p:nvSpPr>
          <p:cNvPr id="7" name="Hexagon 6">
            <a:extLst>
              <a:ext uri="{FF2B5EF4-FFF2-40B4-BE49-F238E27FC236}">
                <a16:creationId xmlns:a16="http://schemas.microsoft.com/office/drawing/2014/main" id="{8E667B6C-94ED-4BB3-866C-612763456150}"/>
              </a:ext>
            </a:extLst>
          </p:cNvPr>
          <p:cNvSpPr/>
          <p:nvPr/>
        </p:nvSpPr>
        <p:spPr>
          <a:xfrm rot="5400000">
            <a:off x="1628975" y="4655087"/>
            <a:ext cx="1060704" cy="914400"/>
          </a:xfrm>
          <a:prstGeom prst="hex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1226" y="4526623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0250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B67BA-3E46-17EA-AEBB-4495B497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185B1-7CB9-64DD-02C0-C33DA5DB52F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165350" y="710829"/>
            <a:ext cx="5140450" cy="591493"/>
          </a:xfrm>
        </p:spPr>
        <p:txBody>
          <a:bodyPr/>
          <a:lstStyle/>
          <a:p>
            <a:r>
              <a:rPr lang="en-IN" sz="3600" dirty="0"/>
              <a:t>Feature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6BA30-E6D2-A545-BDC6-981DE32800E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672713" y="1275335"/>
            <a:ext cx="8403848" cy="3161511"/>
          </a:xfrm>
        </p:spPr>
        <p:txBody>
          <a:bodyPr/>
          <a:lstStyle/>
          <a:p>
            <a:r>
              <a:rPr lang="en-US" sz="1800" dirty="0"/>
              <a:t>Created new features to enhance analysis: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/>
              <a:t>Month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/>
              <a:t>Day of Week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/>
              <a:t>Hour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/>
              <a:t>Route (Origin → Destination)</a:t>
            </a:r>
          </a:p>
          <a:p>
            <a:endParaRPr lang="en-IN" sz="1800" b="1" dirty="0"/>
          </a:p>
          <a:p>
            <a:r>
              <a:rPr lang="en-IN" sz="1800" b="1" dirty="0"/>
              <a:t>After Feature Engineering Size of the dataset became</a:t>
            </a:r>
          </a:p>
          <a:p>
            <a:r>
              <a:rPr lang="en-US" sz="1800" dirty="0"/>
              <a:t>• Created new features: Month, Day of Week, Hour, Route </a:t>
            </a:r>
            <a:br>
              <a:rPr lang="en-US" sz="1800" dirty="0"/>
            </a:br>
            <a:r>
              <a:rPr lang="en-US" sz="1800" dirty="0"/>
              <a:t>• Enhanced dataset for better analysis </a:t>
            </a:r>
            <a:br>
              <a:rPr lang="en-US" sz="1800" dirty="0"/>
            </a:br>
            <a:r>
              <a:rPr lang="en-US" sz="1800" dirty="0"/>
              <a:t>• Improved understanding of trends and patterns</a:t>
            </a:r>
            <a:endParaRPr lang="en-US" sz="1800" b="1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EADBBC-9F67-A0B6-67DD-7211280781B3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0B0C8D-F535-BBC2-C1E8-2003F1439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15" y="4300924"/>
            <a:ext cx="4557070" cy="19169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7AB906-BC8E-10B6-8ADB-83F0D105A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848" y="4264469"/>
            <a:ext cx="3425669" cy="202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917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2B8A-3AB4-7366-18AA-4BF0482BF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BA82076-0563-AA26-3F4C-9CB1C8AC2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Flight Distribution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F6A958-EA05-A080-2F41-E614D4040D1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56B3B6-4204-DC45-4B5F-82CB0FAFC983}"/>
              </a:ext>
            </a:extLst>
          </p:cNvPr>
          <p:cNvSpPr txBox="1"/>
          <p:nvPr/>
        </p:nvSpPr>
        <p:spPr>
          <a:xfrm>
            <a:off x="1019175" y="1622510"/>
            <a:ext cx="42100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Flights vary across different months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Some months have higher air traffic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Indicates seasonal travel patterns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20F401-18CC-FBB6-5A78-183566027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1" y="881062"/>
            <a:ext cx="5695950" cy="4810125"/>
          </a:xfrm>
          <a:prstGeom prst="rect">
            <a:avLst/>
          </a:prstGeom>
        </p:spPr>
      </p:pic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4576" y="4670301"/>
            <a:ext cx="1637958" cy="191274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8786DE2F-6D02-8310-F31F-A879EA641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9235" y="3658743"/>
            <a:ext cx="934320" cy="112216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16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EBA63-C9D2-A65E-1C3C-1E3ADEC29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AC4D8B2-AB3F-DBDD-F5CA-F5DAEADC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Delay Analysis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13659-0579-28BE-5EAB-E8019C960AF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A4074B-3A8A-420D-325E-0E78CC625E9C}"/>
              </a:ext>
            </a:extLst>
          </p:cNvPr>
          <p:cNvSpPr txBox="1"/>
          <p:nvPr/>
        </p:nvSpPr>
        <p:spPr>
          <a:xfrm>
            <a:off x="952499" y="1757660"/>
            <a:ext cx="433387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Delays vary across different months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Some months show higher average delays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Negative delay indicates early arrivals </a:t>
            </a:r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A4E7E5EF-70F1-6865-0AAE-9D0A74A5DE4B}"/>
              </a:ext>
            </a:extLst>
          </p:cNvPr>
          <p:cNvSpPr/>
          <p:nvPr/>
        </p:nvSpPr>
        <p:spPr>
          <a:xfrm rot="5400000">
            <a:off x="369853" y="4329957"/>
            <a:ext cx="1765804" cy="1536246"/>
          </a:xfrm>
          <a:prstGeom prst="hexagon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3DFF0AFA-E8F5-4173-F43A-DB5222DAFF74}"/>
              </a:ext>
            </a:extLst>
          </p:cNvPr>
          <p:cNvSpPr/>
          <p:nvPr/>
        </p:nvSpPr>
        <p:spPr>
          <a:xfrm rot="5400000">
            <a:off x="1684792" y="5664386"/>
            <a:ext cx="1065055" cy="993395"/>
          </a:xfrm>
          <a:prstGeom prst="hexag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1F6285-36FA-26B9-45E6-19F3EC503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415" y="1338262"/>
            <a:ext cx="53530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828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3A000-6FC2-7DD6-C5C7-E7EC9879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8147F26-990B-6049-63D0-88CC0FFC3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314484"/>
            <a:ext cx="10515600" cy="1115434"/>
          </a:xfrm>
        </p:spPr>
        <p:txBody>
          <a:bodyPr/>
          <a:lstStyle/>
          <a:p>
            <a:r>
              <a:rPr lang="en-IN" dirty="0"/>
              <a:t>Delay by Airline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2FA214-3535-4A49-3372-253219C5F51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CA9F38-CFAE-FA4B-37D8-EA220D2C8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941" y="1359289"/>
            <a:ext cx="7764128" cy="42985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11C2EB3-F522-AFF8-A080-FDCA027B30CF}"/>
              </a:ext>
            </a:extLst>
          </p:cNvPr>
          <p:cNvSpPr txBox="1"/>
          <p:nvPr/>
        </p:nvSpPr>
        <p:spPr>
          <a:xfrm>
            <a:off x="664029" y="1771561"/>
            <a:ext cx="328137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Delay performance varies across airlines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Some airlines experience higher delays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Indicates operational efficiency differences </a:t>
            </a:r>
          </a:p>
        </p:txBody>
      </p:sp>
    </p:spTree>
    <p:extLst>
      <p:ext uri="{BB962C8B-B14F-4D97-AF65-F5344CB8AC3E}">
        <p14:creationId xmlns:p14="http://schemas.microsoft.com/office/powerpoint/2010/main" val="2675385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12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12DB1-55BA-4BE6-64FC-0D56624D5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Cancellation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6EA9D6-53C6-C1DB-81E7-30CB7E069E3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E3E0356-0285-5971-6574-EBB37ECBE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677" y="1484011"/>
            <a:ext cx="481413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Flights are cancelled due to multiple reasons: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Weather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Carrier issues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NAS (Air Traffic System)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 is a major factor in cancellations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7192EF-D394-FFBB-B64E-72FC70F69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668" y="1199828"/>
            <a:ext cx="6023784" cy="5018092"/>
          </a:xfrm>
          <a:prstGeom prst="rect">
            <a:avLst/>
          </a:prstGeom>
          <a:blipFill>
            <a:blip r:embed="rId2">
              <a:alphaModFix amt="64000"/>
            </a:blip>
            <a:tile tx="0" ty="0" sx="100000" sy="100000" flip="none" algn="tl"/>
          </a:blipFill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088037-80DE-2793-2E34-1078F2106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0608" y="1228275"/>
            <a:ext cx="1571844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60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BEF0E-3274-B197-7453-948C4CA54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576" y="491034"/>
            <a:ext cx="10515600" cy="1115434"/>
          </a:xfrm>
        </p:spPr>
        <p:txBody>
          <a:bodyPr/>
          <a:lstStyle/>
          <a:p>
            <a:r>
              <a:rPr lang="en-IN" dirty="0"/>
              <a:t>Airport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009B6-EF0D-7722-F757-9F44CCEB97E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DC5D34C-2F73-DFB3-5F61-F16D942E1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75708"/>
            <a:ext cx="516679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Some airports handle very high traffic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Busy airports tend to experience more delays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congestion impacts performance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ED88B0-7201-3F4C-940B-1DA0D6F04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570" y="1171575"/>
            <a:ext cx="561022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54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4B14-AFC6-4FA4-DD41-A492A07B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61" y="833551"/>
            <a:ext cx="10889796" cy="1418998"/>
          </a:xfrm>
        </p:spPr>
        <p:txBody>
          <a:bodyPr/>
          <a:lstStyle/>
          <a:p>
            <a:r>
              <a:rPr lang="en-IN" dirty="0"/>
              <a:t>Seasonal Analysis (Winter)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200F4-1B22-7C72-7992-ED276BED70E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20C927A-70DD-EF3F-6FCD-3A83546A6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285" y="1847313"/>
            <a:ext cx="409919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Average winter delay: </a:t>
            </a:r>
            <a:r>
              <a:rPr lang="en-US" altLang="en-US" b="1" dirty="0">
                <a:latin typeface="Arial" panose="020B0604020202020204" pitchFamily="34" charset="0"/>
              </a:rPr>
              <a:t>6.71 minutes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Overall average delay: </a:t>
            </a:r>
            <a:r>
              <a:rPr lang="en-US" altLang="en-US" b="1" dirty="0">
                <a:latin typeface="Arial" panose="020B0604020202020204" pitchFamily="34" charset="0"/>
              </a:rPr>
              <a:t>4.45 minutes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Cancellation rate: </a:t>
            </a:r>
            <a:r>
              <a:rPr lang="en-US" altLang="en-US" b="1" dirty="0">
                <a:latin typeface="Arial" panose="020B0604020202020204" pitchFamily="34" charset="0"/>
              </a:rPr>
              <a:t>~3%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11FDAB-D809-CEB9-FC9E-7443A33E8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607" y="1543050"/>
            <a:ext cx="535305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85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3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7476-3403-816A-14B6-1D4D2251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890103"/>
            <a:ext cx="10457766" cy="657459"/>
          </a:xfrm>
        </p:spPr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58A0B-1453-CC6A-2D86-18BCFCCAEC1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A9DA3-95A2-6A6A-A1B2-C722CE16B034}"/>
              </a:ext>
            </a:extLst>
          </p:cNvPr>
          <p:cNvSpPr txBox="1"/>
          <p:nvPr/>
        </p:nvSpPr>
        <p:spPr>
          <a:xfrm>
            <a:off x="980448" y="2055556"/>
            <a:ext cx="61007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Weather is the major cause of cancellations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Winter season increases delays significantly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Busy airports experience more congestion and delays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Airline performance varies across carriers </a:t>
            </a:r>
          </a:p>
        </p:txBody>
      </p:sp>
    </p:spTree>
    <p:extLst>
      <p:ext uri="{BB962C8B-B14F-4D97-AF65-F5344CB8AC3E}">
        <p14:creationId xmlns:p14="http://schemas.microsoft.com/office/powerpoint/2010/main" val="3137187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8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45B27-6BE2-AC19-2FC9-EEC87603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429191" cy="735787"/>
          </a:xfrm>
        </p:spPr>
        <p:txBody>
          <a:bodyPr/>
          <a:lstStyle/>
          <a:p>
            <a:r>
              <a:rPr lang="en-IN" dirty="0"/>
              <a:t>Challenges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A6F03-D291-DACF-F6F3-E6FBABE8D67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534535-14A6-E585-F4A1-EF84ED210DDE}"/>
              </a:ext>
            </a:extLst>
          </p:cNvPr>
          <p:cNvSpPr txBox="1"/>
          <p:nvPr/>
        </p:nvSpPr>
        <p:spPr>
          <a:xfrm>
            <a:off x="859631" y="1823948"/>
            <a:ext cx="42552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Handling large dataset efficiently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Managing missing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Understanding complex delay patterns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preprocessing and cleaning </a:t>
            </a:r>
          </a:p>
        </p:txBody>
      </p:sp>
    </p:spTree>
    <p:extLst>
      <p:ext uri="{BB962C8B-B14F-4D97-AF65-F5344CB8AC3E}">
        <p14:creationId xmlns:p14="http://schemas.microsoft.com/office/powerpoint/2010/main" val="2326714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3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99037-56DD-EBDD-8DE0-F235739A4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743516" cy="726262"/>
          </a:xfrm>
        </p:spPr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25A63-E0DE-54F4-99CB-03C47376140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7DCD2E9-CC0F-2271-E323-44CBC532F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304" y="1875422"/>
            <a:ext cx="443262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Build a flight delay prediction model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Develop a real-time dashboard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 more recent and live data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Enhance analysis with machine learning </a:t>
            </a:r>
          </a:p>
        </p:txBody>
      </p:sp>
    </p:spTree>
    <p:extLst>
      <p:ext uri="{BB962C8B-B14F-4D97-AF65-F5344CB8AC3E}">
        <p14:creationId xmlns:p14="http://schemas.microsoft.com/office/powerpoint/2010/main" val="366757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1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CD0D5-9C5B-5A4E-C99E-D5C2E3F5D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045" y="1170716"/>
            <a:ext cx="10612460" cy="802462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0857E-A61C-3294-B4CE-60A8D7A2C5D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33D0361-E3DF-0EE4-8280-6A4689097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8274" y="2341223"/>
            <a:ext cx="591597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Cleaned and preprocessed large airline dataset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Engineered features like Month, Day, Hour, and Route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Analyzed delay patterns across airlines and time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Identified cancellation causes (weather, carrier, NAS)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Observed seasonal impact, especially winter delays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Explored airport traffic and congestion patterns </a:t>
            </a:r>
          </a:p>
        </p:txBody>
      </p:sp>
    </p:spTree>
    <p:extLst>
      <p:ext uri="{BB962C8B-B14F-4D97-AF65-F5344CB8AC3E}">
        <p14:creationId xmlns:p14="http://schemas.microsoft.com/office/powerpoint/2010/main" val="2864883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19049D3-B4AF-69D8-4330-449D0DA73EC7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4"/>
          <a:srcRect t="257" b="257"/>
          <a:stretch/>
        </p:blipFill>
        <p:spPr>
          <a:xfrm>
            <a:off x="2779649" y="2449293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6B81AA09-D054-7CFC-6A4A-A8BE7CF115BD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>
          <a:blip r:embed="rId5"/>
          <a:srcRect l="17985" r="17985"/>
          <a:stretch/>
        </p:blipFill>
        <p:spPr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</p:pic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46FBC33B-BD6D-118D-762F-DA512A619A19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/>
          <a:srcRect l="15555" r="15555"/>
          <a:stretch/>
        </p:blipFill>
        <p:spPr>
          <a:xfrm>
            <a:off x="5151412" y="52767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193</TotalTime>
  <Words>435</Words>
  <Application>Microsoft Office PowerPoint</Application>
  <PresentationFormat>Widescreen</PresentationFormat>
  <Paragraphs>93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等线</vt:lpstr>
      <vt:lpstr>Posterama Text Black</vt:lpstr>
      <vt:lpstr>Posterama Text SemiBold</vt:lpstr>
      <vt:lpstr>ui-sans-serif</vt:lpstr>
      <vt:lpstr>Abadi</vt:lpstr>
      <vt:lpstr>Arial</vt:lpstr>
      <vt:lpstr>Calibri</vt:lpstr>
      <vt:lpstr>Wingdings</vt:lpstr>
      <vt:lpstr>Custom​​</vt:lpstr>
      <vt:lpstr>AIRFLY INSIGHTS  Airline Delay and Cancellation Analysis  Submitted as part of Internship Project at Infosys</vt:lpstr>
      <vt:lpstr>PROJECT OVERVIEW</vt:lpstr>
      <vt:lpstr>PowerPoint Presentation</vt:lpstr>
      <vt:lpstr>PowerPoint Presentation</vt:lpstr>
      <vt:lpstr>Data Preprocessing</vt:lpstr>
      <vt:lpstr>PowerPoint Presentation</vt:lpstr>
      <vt:lpstr>Flight Distribution</vt:lpstr>
      <vt:lpstr>Delay Analysis</vt:lpstr>
      <vt:lpstr>Delay by Airline</vt:lpstr>
      <vt:lpstr>Cancellation Analysis</vt:lpstr>
      <vt:lpstr>Airport Analysis</vt:lpstr>
      <vt:lpstr>Seasonal Analysis (Winter)</vt:lpstr>
      <vt:lpstr>Key Insights</vt:lpstr>
      <vt:lpstr>Challenges</vt:lpstr>
      <vt:lpstr>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Sankavi Iyyanar</dc:creator>
  <cp:lastModifiedBy>Sankavi Iyyanar</cp:lastModifiedBy>
  <cp:revision>1</cp:revision>
  <dcterms:created xsi:type="dcterms:W3CDTF">2026-04-04T17:09:34Z</dcterms:created>
  <dcterms:modified xsi:type="dcterms:W3CDTF">2026-04-05T05:33:58Z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