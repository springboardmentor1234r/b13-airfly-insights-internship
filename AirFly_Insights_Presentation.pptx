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23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AirFly Insights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AAFF"/>
                </a:solidFill>
              </a:rPr>
              <a:t>Data Visualization and Analysis of Airline Operations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0AA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</a:rPr>
              <a:t>Name:S</a:t>
            </a:r>
            <a:r>
              <a:rPr lang="en-US" sz="1600" dirty="0">
                <a:solidFill>
                  <a:srgbClr val="FFFFFF"/>
                </a:solidFill>
              </a:rPr>
              <a:t> Pushpanjali</a:t>
            </a:r>
            <a:r>
              <a:rPr lang="en-US" sz="1600">
                <a:solidFill>
                  <a:srgbClr val="FFFFFF"/>
                </a:solidFill>
              </a:rPr>
              <a:t>
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Objective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analyze airline flight data and understand operational patterns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study how factors like duration, stops, and booking time affect ticket prices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identify high-demand routes and airline performance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generate meaningful insights using data visualization techniques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Airline pricing is dynamic and complex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Passengers often struggle to decide the best time to book tickets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Airlines need better understanding of demand patterns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This project aims to solve these using data-driven insights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Contains airline flight information including: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Airline and flight details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Source &amp; destination cities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Departure &amp; arrival time categories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Number of stops, Duration of journey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Days left for departure, Ticket price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Tools &amp; Technologies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Python for data analysis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Google Colab for execution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Pandas &amp; NumPy for data handling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Matplotlib &amp; Seaborn for visualization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Plotly for interactive charts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44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</a:rPr>
              <a:t>MILESTONE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FOUNDATION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1 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understand dataset structure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clean and preprocess the data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prepare dataset for further analysis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Exploration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Checked number of rows and columns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Analyzed data types (categorical &amp; numerical)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Verified missing values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Used statistical summary for understanding distribution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Helped in identifying data quality issues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Cleaning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Removed unnecessary index column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Converted categorical columns to appropriate format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Ensured numeric consistency for duration and price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Removed duplicate records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Improved data accuracy and consistency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Engineering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Created Route column (Source → Destination)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Categorized booking type based on days left: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Last-minute, Short-term, Mid-term, Long-term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Helped in deeper analysis of booking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1 Outcome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Cleaned and structured dataset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Reduced noise and redundancy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Prepared dataset for visualization and insights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4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</a:rPr>
              <a:t>MILESTONE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VISUAL ANALYSIS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2 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perform univariate and bivariate analysis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understand pricing behavior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identify airline and operational trends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Airline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Compared number of flights per airline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Identified airlines with highest market presence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Shows operational scale of airlines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Price Distribution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Most ticket prices fall in lower range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Few high-priced tickets exist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Distribution is slightly skewed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Indicates economy-heavy dataset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Price vs Stops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Non-stop flights are more expensive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Flights with stops are cheaper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Convenience increases cost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Price vs Duration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Longer duration flights cost more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Positive correlation observed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Distance/time impacts pricing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Booking Behavior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Early booking → cheaper tickets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Last-minute booking → expensive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Strong pricing strategy insight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2 Outcome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Identified pricing trends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Understood airline operations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Extracted meaningful patterns from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44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</a:rPr>
              <a:t>MILESTONE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ADVANCED INSIGHTS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3 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analyze route-level demand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study city-level connectivity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extract deeper pricing insights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Route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Identified top routes with highest traffic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Metro city routes dominate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Shows major travel corridors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Route vs Price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Popular routes have competitive pricing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Less frequent routes are expensive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Demand affects pricing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City-Level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Major cities act as airline hubs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Higher flight frequency observed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Better connectivity leads to more options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Booking Trends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Price increases as departure approaches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Early planning reduces cost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Useful insight for passengers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Business class → highest pricing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Economy class → budget-friendly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Service level impacts price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3 Outcome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Identified high-demand routes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Understood city-level traffic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Analyzed pricing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44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</a:rPr>
              <a:t>MILESTONE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FINAL INSIGHTS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Milestone 4 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summarize all findings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present final insights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To evaluate business impact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Correlation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Duration vs Price → positive relation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Days left vs Price → negative relation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Confirms earlier observations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Ticket price increases with demand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Non-stop flights are costly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Early booking is beneficial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Popular routes dominate traffic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Business Implications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Airlines can optimize pricing strategies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Customers can plan travel efficiently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High-demand routes can be expanded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No delay or cancellation data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No seasonal variations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Limited external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Add seasonal trend analysis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Build machine learning model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Develop interactive dashboards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Successfully analyzed airline dataset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Derived meaningful insights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Provided data-driven conclusions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333333"/>
                </a:solidFill>
              </a:rPr>
              <a:t>Built foundation for future improvements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AFF"/>
                </a:solidFill>
              </a:rPr>
              <a:t>Any Questions?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00AA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On-screen Show (16:9)</PresentationFormat>
  <Paragraphs>210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AirFly Insights</dc:title>
  <dc:subject>Data Visualization and Analysis of Airline Operations</dc:subject>
  <dc:creator>Pushpanjali</dc:creator>
  <cp:lastModifiedBy>S Pushpanjali</cp:lastModifiedBy>
  <cp:revision>2</cp:revision>
  <dcterms:created xsi:type="dcterms:W3CDTF">2026-04-06T14:26:04Z</dcterms:created>
  <dcterms:modified xsi:type="dcterms:W3CDTF">2026-04-06T14:28:11Z</dcterms:modified>
</cp:coreProperties>
</file>